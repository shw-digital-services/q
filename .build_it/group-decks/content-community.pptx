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9272c288d4408" /><Relationship Type="http://schemas.openxmlformats.org/officeDocument/2006/relationships/extended-properties" Target="/docProps/app.xml" Id="R30aba15b09c14780" /><Relationship Type="http://schemas.openxmlformats.org/officeDocument/2006/relationships/officeDocument" Target="/ppt/presentation.xml" Id="R178a6829ba0a40d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b53bb7700034e26"/>
  </p:sldMasterIdLst>
  <p:notesMasterIdLst>
    <p:notesMasterId xmlns:r="http://schemas.openxmlformats.org/officeDocument/2006/relationships" r:id="R9e907d79d39a41f0"/>
  </p:notesMasterIdLst>
  <p:sldIdLst>
    <p:sldId xmlns:r="http://schemas.openxmlformats.org/officeDocument/2006/relationships" id="256" r:id="R4cfca1f5111a446c"/>
    <p:sldId xmlns:r="http://schemas.openxmlformats.org/officeDocument/2006/relationships" id="257" r:id="Rf41bf31c397c42e1"/>
    <p:sldId xmlns:r="http://schemas.openxmlformats.org/officeDocument/2006/relationships" id="258" r:id="R875f7d7ca0f54593"/>
    <p:sldId xmlns:r="http://schemas.openxmlformats.org/officeDocument/2006/relationships" id="259" r:id="Ra042f4a03cab4e8c"/>
    <p:sldId xmlns:r="http://schemas.openxmlformats.org/officeDocument/2006/relationships" id="260" r:id="R4af4c44a565c482a"/>
    <p:sldId xmlns:r="http://schemas.openxmlformats.org/officeDocument/2006/relationships" id="261" r:id="Ra29ff249f9c04166"/>
    <p:sldId xmlns:r="http://schemas.openxmlformats.org/officeDocument/2006/relationships" id="262" r:id="R8f4a4c518f834b09"/>
    <p:sldId xmlns:r="http://schemas.openxmlformats.org/officeDocument/2006/relationships" id="263" r:id="Rf541e28fa92548db"/>
    <p:sldId xmlns:r="http://schemas.openxmlformats.org/officeDocument/2006/relationships" id="264" r:id="Rb974e67af19b4068"/>
    <p:sldId xmlns:r="http://schemas.openxmlformats.org/officeDocument/2006/relationships" id="265" r:id="Re8393aecbe134f66"/>
    <p:sldId xmlns:r="http://schemas.openxmlformats.org/officeDocument/2006/relationships" id="266" r:id="Rbb0936b5dadf4418"/>
    <p:sldId xmlns:r="http://schemas.openxmlformats.org/officeDocument/2006/relationships" id="267" r:id="R55f18c0da3524780"/>
  </p:sldIdLst>
  <p:sldSz cx="12192000" cy="6858000"/>
  <p:notesSz cx="6858000" cy="9144000"/>
  <p:embeddedFontLst>
    <p:embeddedFont>
      <p:font typeface="Inter"/>
      <p:regular xmlns:r="http://schemas.openxmlformats.org/officeDocument/2006/relationships" r:id="R88606193e37a4181"/>
      <p:bold xmlns:r="http://schemas.openxmlformats.org/officeDocument/2006/relationships" r:id="Rd56d3ae2b83a4211"/>
      <p:italic xmlns:r="http://schemas.openxmlformats.org/officeDocument/2006/relationships" r:id="R9b66aace6399480e"/>
      <p:boldItalic xmlns:r="http://schemas.openxmlformats.org/officeDocument/2006/relationships" r:id="R49f958e92fac43cf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3c7bfdfd1f4984" /><Relationship Type="http://schemas.openxmlformats.org/officeDocument/2006/relationships/slideMaster" Target="/ppt/slideMasters/slideMaster1.xml" Id="R3b53bb7700034e26" /><Relationship Type="http://schemas.openxmlformats.org/officeDocument/2006/relationships/notesMaster" Target="/ppt/notesMasters/notesMaster1.xml" Id="R9e907d79d39a41f0" /><Relationship Type="http://schemas.openxmlformats.org/officeDocument/2006/relationships/presProps" Target="/ppt/presProps.xml" Id="R2cef896fea504a2a" /><Relationship Type="http://schemas.openxmlformats.org/officeDocument/2006/relationships/viewProps" Target="/ppt/viewProps.xml" Id="R7ad42f3f3ae24f9d" /><Relationship Type="http://schemas.openxmlformats.org/officeDocument/2006/relationships/tableStyles" Target="/ppt/tableStyles.xml" Id="R975aee09d3094b47" /><Relationship Type="http://schemas.openxmlformats.org/officeDocument/2006/relationships/font" Target="/ppt/fonts/font.dat" Id="R88606193e37a4181" /><Relationship Type="http://schemas.openxmlformats.org/officeDocument/2006/relationships/font" Target="/ppt/fonts/font2.dat" Id="Rd56d3ae2b83a4211" /><Relationship Type="http://schemas.openxmlformats.org/officeDocument/2006/relationships/font" Target="/ppt/fonts/font3.dat" Id="R9b66aace6399480e" /><Relationship Type="http://schemas.openxmlformats.org/officeDocument/2006/relationships/font" Target="/ppt/fonts/font4.dat" Id="R49f958e92fac43cf" /><Relationship Type="http://schemas.openxmlformats.org/officeDocument/2006/relationships/slide" Target="/ppt/slides/slide1.xml" Id="R4cfca1f5111a446c" /><Relationship Type="http://schemas.openxmlformats.org/officeDocument/2006/relationships/slide" Target="/ppt/slides/slide2.xml" Id="Rf41bf31c397c42e1" /><Relationship Type="http://schemas.openxmlformats.org/officeDocument/2006/relationships/slide" Target="/ppt/slides/slide3.xml" Id="R875f7d7ca0f54593" /><Relationship Type="http://schemas.openxmlformats.org/officeDocument/2006/relationships/slide" Target="/ppt/slides/slide4.xml" Id="Ra042f4a03cab4e8c" /><Relationship Type="http://schemas.openxmlformats.org/officeDocument/2006/relationships/slide" Target="/ppt/slides/slide5.xml" Id="R4af4c44a565c482a" /><Relationship Type="http://schemas.openxmlformats.org/officeDocument/2006/relationships/slide" Target="/ppt/slides/slide6.xml" Id="Ra29ff249f9c04166" /><Relationship Type="http://schemas.openxmlformats.org/officeDocument/2006/relationships/slide" Target="/ppt/slides/slide7.xml" Id="R8f4a4c518f834b09" /><Relationship Type="http://schemas.openxmlformats.org/officeDocument/2006/relationships/slide" Target="/ppt/slides/slide8.xml" Id="Rf541e28fa92548db" /><Relationship Type="http://schemas.openxmlformats.org/officeDocument/2006/relationships/slide" Target="/ppt/slides/slide9.xml" Id="Rb974e67af19b4068" /><Relationship Type="http://schemas.openxmlformats.org/officeDocument/2006/relationships/slide" Target="/ppt/slides/slide10.xml" Id="Re8393aecbe134f66" /><Relationship Type="http://schemas.openxmlformats.org/officeDocument/2006/relationships/slide" Target="/ppt/slides/slide11.xml" Id="Rbb0936b5dadf4418" /><Relationship Type="http://schemas.openxmlformats.org/officeDocument/2006/relationships/slide" Target="/ppt/slides/slide12.xml" Id="R55f18c0da352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33b80da8b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db343cc894b2c" /><Relationship Type="http://schemas.openxmlformats.org/officeDocument/2006/relationships/notesMaster" Target="/ppt/notesMasters/notesMaster1.xml" Id="R31f4fe92a242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28d9bda59d4b6d" /><Relationship Type="http://schemas.openxmlformats.org/officeDocument/2006/relationships/notesMaster" Target="/ppt/notesMasters/notesMaster1.xml" Id="R31233c13a420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c2a885c93c4f57" /><Relationship Type="http://schemas.openxmlformats.org/officeDocument/2006/relationships/notesMaster" Target="/ppt/notesMasters/notesMaster1.xml" Id="Rdc84bb35a928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902e66f514ad1" /><Relationship Type="http://schemas.openxmlformats.org/officeDocument/2006/relationships/notesMaster" Target="/ppt/notesMasters/notesMaster1.xml" Id="R9851dfcc4fb0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5b323877a46ee" /><Relationship Type="http://schemas.openxmlformats.org/officeDocument/2006/relationships/notesMaster" Target="/ppt/notesMasters/notesMaster1.xml" Id="R1f0e9c1a437e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deca24a71452c" /><Relationship Type="http://schemas.openxmlformats.org/officeDocument/2006/relationships/notesMaster" Target="/ppt/notesMasters/notesMaster1.xml" Id="R17f4a2f8825a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cf7bfc2e2d43c0" /><Relationship Type="http://schemas.openxmlformats.org/officeDocument/2006/relationships/notesMaster" Target="/ppt/notesMasters/notesMaster1.xml" Id="R92a64337b1e4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a2b8690b4b46cc" /><Relationship Type="http://schemas.openxmlformats.org/officeDocument/2006/relationships/notesMaster" Target="/ppt/notesMasters/notesMaster1.xml" Id="Rc492e984d3e344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1f16fafa794a25" /><Relationship Type="http://schemas.openxmlformats.org/officeDocument/2006/relationships/notesMaster" Target="/ppt/notesMasters/notesMaster1.xml" Id="Rc07aa00d36dc46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8810b36f5467c" /><Relationship Type="http://schemas.openxmlformats.org/officeDocument/2006/relationships/notesMaster" Target="/ppt/notesMasters/notesMaster1.xml" Id="R461fc5f27e614b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6487a502ae49d9" /><Relationship Type="http://schemas.openxmlformats.org/officeDocument/2006/relationships/notesMaster" Target="/ppt/notesMasters/notesMaster1.xml" Id="Ra2145043ab4045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bb4245ac2d4981" /><Relationship Type="http://schemas.openxmlformats.org/officeDocument/2006/relationships/notesMaster" Target="/ppt/notesMasters/notesMaster1.xml" Id="Rc0276ffa1aa9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27c664e664b82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0858fa4384434" /><Relationship Type="http://schemas.openxmlformats.org/officeDocument/2006/relationships/slideLayout" Target="/ppt/slideLayouts/slideLayout1.xml" Id="R461cd0c6d91841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cd0c6d91841a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a9b3af704416e" /><Relationship Type="http://schemas.openxmlformats.org/officeDocument/2006/relationships/image" Target="/ppt/media/image.png" Id="R35cec5206bf74f7d" /><Relationship Type="http://schemas.openxmlformats.org/officeDocument/2006/relationships/notesSlide" Target="/ppt/notesSlides/notesSlide1.xml" Id="Rc73cc7371f14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ed78c3feb40f3" /><Relationship Type="http://schemas.openxmlformats.org/officeDocument/2006/relationships/image" Target="/ppt/media/image2.png" Id="Rc8148c9c08b84ca1" /><Relationship Type="http://schemas.openxmlformats.org/officeDocument/2006/relationships/notesSlide" Target="/ppt/notesSlides/notesSlide2.xml" Id="Rfec757127ae3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e7ac53e0e4ac2" /><Relationship Type="http://schemas.openxmlformats.org/officeDocument/2006/relationships/image" Target="/ppt/media/image2.png" Id="R2ece67aa7aa0425f" /><Relationship Type="http://schemas.openxmlformats.org/officeDocument/2006/relationships/notesSlide" Target="/ppt/notesSlides/notesSlide3.xml" Id="R2061a47a980c49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d7f20169a4f66" /><Relationship Type="http://schemas.openxmlformats.org/officeDocument/2006/relationships/image" Target="/ppt/media/image2.png" Id="R517b791b46044912" /><Relationship Type="http://schemas.openxmlformats.org/officeDocument/2006/relationships/notesSlide" Target="/ppt/notesSlides/notesSlide4.xml" Id="R60510cee76d249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ab0af0e0440f0" /><Relationship Type="http://schemas.openxmlformats.org/officeDocument/2006/relationships/image" Target="/ppt/media/image2.png" Id="R7c93a3dc460d49c6" /><Relationship Type="http://schemas.openxmlformats.org/officeDocument/2006/relationships/notesSlide" Target="/ppt/notesSlides/notesSlide5.xml" Id="R3c140d2ac293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3b731c79340d4" /><Relationship Type="http://schemas.openxmlformats.org/officeDocument/2006/relationships/image" Target="/ppt/media/image2.png" Id="Re09ebac9838447ee" /><Relationship Type="http://schemas.openxmlformats.org/officeDocument/2006/relationships/notesSlide" Target="/ppt/notesSlides/notesSlide6.xml" Id="R3cfe8070050b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d85a7794b4ac6" /><Relationship Type="http://schemas.openxmlformats.org/officeDocument/2006/relationships/image" Target="/ppt/media/image2.png" Id="Rff761c723e9c4b55" /><Relationship Type="http://schemas.openxmlformats.org/officeDocument/2006/relationships/notesSlide" Target="/ppt/notesSlides/notesSlide7.xml" Id="R53160544cc5f45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1231809a74e4d" /><Relationship Type="http://schemas.openxmlformats.org/officeDocument/2006/relationships/image" Target="/ppt/media/image2.png" Id="Re615f9b4be774c4f" /><Relationship Type="http://schemas.openxmlformats.org/officeDocument/2006/relationships/notesSlide" Target="/ppt/notesSlides/notesSlide8.xml" Id="Rab471cbb894c45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bc384905d41e3" /><Relationship Type="http://schemas.openxmlformats.org/officeDocument/2006/relationships/image" Target="/ppt/media/image2.png" Id="Rf94404f2b1d44903" /><Relationship Type="http://schemas.openxmlformats.org/officeDocument/2006/relationships/notesSlide" Target="/ppt/notesSlides/notesSlide9.xml" Id="Rab65b8ea4c30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47445d126423e" /><Relationship Type="http://schemas.openxmlformats.org/officeDocument/2006/relationships/image" Target="/ppt/media/image2.png" Id="R2d30e3cf6b1d42d6" /><Relationship Type="http://schemas.openxmlformats.org/officeDocument/2006/relationships/notesSlide" Target="/ppt/notesSlides/notesSlide10.xml" Id="Reff01a42cb4841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c5f534db449ba" /><Relationship Type="http://schemas.openxmlformats.org/officeDocument/2006/relationships/image" Target="/ppt/media/image2.png" Id="R0fade79efd074bc7" /><Relationship Type="http://schemas.openxmlformats.org/officeDocument/2006/relationships/notesSlide" Target="/ppt/notesSlides/notesSlide11.xml" Id="R048a39d5775c45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883f675b4b82" /><Relationship Type="http://schemas.openxmlformats.org/officeDocument/2006/relationships/image" Target="/ppt/media/image2.png" Id="Rd23c0df08bff4be5" /><Relationship Type="http://schemas.openxmlformats.org/officeDocument/2006/relationships/image" Target="/ppt/media/image3.png" Id="Rc953a59b74164ef9" /><Relationship Type="http://schemas.openxmlformats.org/officeDocument/2006/relationships/hyperlink" Target="https://slidesai.io/?utm_source=export&amp;utm_medium=pptx" TargetMode="External" Id="Ra8a16246e8f84667" /><Relationship Type="http://schemas.openxmlformats.org/officeDocument/2006/relationships/notesSlide" Target="/ppt/notesSlides/notesSlide12.xml" Id="Rd4814ca4101647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6B6740A-C355-4C12-BAB1-047DA4D5A2A0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Content &amp; Community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content &amp; community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9887A0B1-59D5-43AA-BB54-A9F833A1F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cec5206bf74f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66CE603-C4AA-46F2-8F98-D2649EDB238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Communicate Q’s work clearly and build respectful, safe connections with its community.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Create accurate, inclusive content and respond to people using approved guidance and channels.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Social Media Officer, Content Writer, Community Manager, Partnerships or Marketing Lead.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AC7EE0F-ADEF-4D95-A116-F885C555D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148c9c08b84c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7279A2D-A81F-4953-B88F-535313DE206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84439BA-0A72-4F3A-97FE-4B11B21BF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e67aa7aa042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20CE533E-6D57-474D-B5A2-83C82371B5B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Plan, draft and review content.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Publish through authorised accounts and workflows.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Moderate and route community queries as assigned.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AF31EA25-5A7F-4999-A63A-5B2ADEA58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7b791b460449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CDE711F5-8405-477F-92AE-053537CA668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approved content plan and audience purpose.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accuracy, accessibility and risk before publishing.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Respond according to the agreed moderation process.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81C1F8BD-6BAC-4077-A4D6-A99E1907E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93a3dc460d49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9DB0DEFD-DC51-468B-9650-3AEBB552CE0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affirming and accessible language.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assumptions about identity or experience.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Protect people from unnecessary exposure or stigma.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FE01F71C-7630-41EC-AC8C-5A70A9423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9ebac9838447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9F8E7164-8885-4592-B7E5-E1E20B8EDC9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copy private messages or posts into unapproved tools.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moderation records factual and minimal.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consent and asset permissions as required.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98BCECDA-8AAD-4009-A3E4-60714B6E2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761c723e9c4b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D5E07C58-E01A-4808-B3B1-84AFBC31621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assigned accounts and approved scheduling tools.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audience, links, assets and access before posting.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Report suspicious account activity promptly.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B37E7656-09B3-464B-AFC2-56246C944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15f9b4be774c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7471F876-C3B1-4100-B521-7DC7CA2FCB41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Move from brief through drafting, approval, scheduling and review.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Track the published version and response actions.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Hand off unresolved queries with clear ownership.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811001DA-2978-4647-9DE5-3E5F5665A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4404f2b1d449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8799E278-0A81-49C0-935C-EC39B770CCE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Coordinate with product, support, leadership and community colleagues.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claims with the accountable subject owner.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Tell relevant teams when an issue needs their response.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E52DD319-3030-4AFC-B9F2-785B3A5CD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30e3cf6b1d42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D77D90EB-5513-4132-8D93-8CBB5BB7563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Unverified claims, privacy exposure, inaccessible content, harmful replies and account compromise.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FFA1FEF1-752E-4BA8-B1D4-3558233B6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ade79efd074b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2911409B-CBED-40E6-8544-FDF994E2E94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Content is accurate, accessible and approved.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Replies stay within role boundaries.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Moderation and hand-offs follow current procedures.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Content &amp; Community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A51E420C-A036-41BE-8B5E-87E829C1A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3c0df08bff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EFE6743E-A814-4DF0-BC60-9ED9A2B3E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53a59b74164e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a8a16246e8f84667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2026-10-19T19:42:20.6200000Z</dcterms:created>
  <dcterms:modified xsi:type="dcterms:W3CDTF">2026-10-19T19:42:20.6200000Z</dcterms:modified>
</coreProperties>
</file>