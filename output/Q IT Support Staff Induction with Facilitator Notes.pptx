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870fe1ee364484" /><Relationship Type="http://schemas.openxmlformats.org/officeDocument/2006/relationships/extended-properties" Target="/docProps/app.xml" Id="R89881190f8244dba" /><Relationship Type="http://schemas.openxmlformats.org/officeDocument/2006/relationships/officeDocument" Target="/ppt/presentation.xml" Id="R8d3bbdef6062450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21b3af9499b46e5"/>
  </p:sldMasterIdLst>
  <p:notesMasterIdLst>
    <p:notesMasterId xmlns:r="http://schemas.openxmlformats.org/officeDocument/2006/relationships" r:id="Rfb477e72291f4d8d"/>
  </p:notesMasterIdLst>
  <p:sldIdLst>
    <p:sldId xmlns:r="http://schemas.openxmlformats.org/officeDocument/2006/relationships" id="256" r:id="R8c2f96b226df4330"/>
    <p:sldId xmlns:r="http://schemas.openxmlformats.org/officeDocument/2006/relationships" id="257" r:id="Rdece5ca0f00642b5"/>
    <p:sldId xmlns:r="http://schemas.openxmlformats.org/officeDocument/2006/relationships" id="258" r:id="R0576aeaae2a547c3"/>
    <p:sldId xmlns:r="http://schemas.openxmlformats.org/officeDocument/2006/relationships" id="259" r:id="R618713749a8d406c"/>
    <p:sldId xmlns:r="http://schemas.openxmlformats.org/officeDocument/2006/relationships" id="260" r:id="R8f5b6f1567114ee5"/>
    <p:sldId xmlns:r="http://schemas.openxmlformats.org/officeDocument/2006/relationships" id="261" r:id="Re3763228942d4f35"/>
    <p:sldId xmlns:r="http://schemas.openxmlformats.org/officeDocument/2006/relationships" id="262" r:id="R43d5075a6748486c"/>
    <p:sldId xmlns:r="http://schemas.openxmlformats.org/officeDocument/2006/relationships" id="263" r:id="Rc5e71df8f17b4ba0"/>
    <p:sldId xmlns:r="http://schemas.openxmlformats.org/officeDocument/2006/relationships" id="264" r:id="R48b02bf4bc8e459b"/>
    <p:sldId xmlns:r="http://schemas.openxmlformats.org/officeDocument/2006/relationships" id="265" r:id="Rde78c7139bd146d3"/>
    <p:sldId xmlns:r="http://schemas.openxmlformats.org/officeDocument/2006/relationships" id="266" r:id="R96ede8dedeaf43ae"/>
    <p:sldId xmlns:r="http://schemas.openxmlformats.org/officeDocument/2006/relationships" id="267" r:id="Ra478d5816fb3454c"/>
    <p:sldId xmlns:r="http://schemas.openxmlformats.org/officeDocument/2006/relationships" id="268" r:id="Rb3315368b3524992"/>
    <p:sldId xmlns:r="http://schemas.openxmlformats.org/officeDocument/2006/relationships" id="269" r:id="R3df875d29b8c4eb5"/>
    <p:sldId xmlns:r="http://schemas.openxmlformats.org/officeDocument/2006/relationships" id="270" r:id="R004a59f554ac45a4"/>
    <p:sldId xmlns:r="http://schemas.openxmlformats.org/officeDocument/2006/relationships" id="271" r:id="Rb9a01e6a71c04095"/>
    <p:sldId xmlns:r="http://schemas.openxmlformats.org/officeDocument/2006/relationships" id="272" r:id="R8999638d153747a6"/>
    <p:sldId xmlns:r="http://schemas.openxmlformats.org/officeDocument/2006/relationships" id="273" r:id="Rd045f786d9b64d69"/>
    <p:sldId xmlns:r="http://schemas.openxmlformats.org/officeDocument/2006/relationships" id="274" r:id="R2e08a89191c1440b"/>
    <p:sldId xmlns:r="http://schemas.openxmlformats.org/officeDocument/2006/relationships" id="275" r:id="R1b39671545854384"/>
    <p:sldId xmlns:r="http://schemas.openxmlformats.org/officeDocument/2006/relationships" id="276" r:id="Rdee80e486a644cec"/>
    <p:sldId xmlns:r="http://schemas.openxmlformats.org/officeDocument/2006/relationships" id="277" r:id="R45c6f1ba2d50416f"/>
  </p:sldIdLst>
  <p:sldSz cx="12192000" cy="6858000"/>
  <p:notesSz cx="6858000" cy="9144000"/>
  <p:embeddedFontLst>
    <p:embeddedFont>
      <p:font typeface="Inter"/>
      <p:regular xmlns:r="http://schemas.openxmlformats.org/officeDocument/2006/relationships" r:id="R452f621944424e24"/>
      <p:bold xmlns:r="http://schemas.openxmlformats.org/officeDocument/2006/relationships" r:id="Rf14e545086d14359"/>
      <p:italic xmlns:r="http://schemas.openxmlformats.org/officeDocument/2006/relationships" r:id="R289eeb58ee934969"/>
      <p:boldItalic xmlns:r="http://schemas.openxmlformats.org/officeDocument/2006/relationships" r:id="Rc79525e7f6cb4cea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9e8a885444482f" /><Relationship Type="http://schemas.openxmlformats.org/officeDocument/2006/relationships/slideMaster" Target="/ppt/slideMasters/slideMaster1.xml" Id="R221b3af9499b46e5" /><Relationship Type="http://schemas.openxmlformats.org/officeDocument/2006/relationships/notesMaster" Target="/ppt/notesMasters/notesMaster1.xml" Id="Rfb477e72291f4d8d" /><Relationship Type="http://schemas.openxmlformats.org/officeDocument/2006/relationships/presProps" Target="/ppt/presProps.xml" Id="R05a4164b39084db1" /><Relationship Type="http://schemas.openxmlformats.org/officeDocument/2006/relationships/viewProps" Target="/ppt/viewProps.xml" Id="R185ae43b34b346f6" /><Relationship Type="http://schemas.openxmlformats.org/officeDocument/2006/relationships/tableStyles" Target="/ppt/tableStyles.xml" Id="R103a0744642c4bd3" /><Relationship Type="http://schemas.openxmlformats.org/officeDocument/2006/relationships/font" Target="/ppt/fonts/font.dat" Id="R452f621944424e24" /><Relationship Type="http://schemas.openxmlformats.org/officeDocument/2006/relationships/font" Target="/ppt/fonts/font2.dat" Id="Rf14e545086d14359" /><Relationship Type="http://schemas.openxmlformats.org/officeDocument/2006/relationships/font" Target="/ppt/fonts/font3.dat" Id="R289eeb58ee934969" /><Relationship Type="http://schemas.openxmlformats.org/officeDocument/2006/relationships/font" Target="/ppt/fonts/font4.dat" Id="Rc79525e7f6cb4cea" /><Relationship Type="http://schemas.openxmlformats.org/officeDocument/2006/relationships/slide" Target="/ppt/slides/slide1.xml" Id="R8c2f96b226df4330" /><Relationship Type="http://schemas.openxmlformats.org/officeDocument/2006/relationships/slide" Target="/ppt/slides/slide2.xml" Id="Rdece5ca0f00642b5" /><Relationship Type="http://schemas.openxmlformats.org/officeDocument/2006/relationships/slide" Target="/ppt/slides/slide3.xml" Id="R0576aeaae2a547c3" /><Relationship Type="http://schemas.openxmlformats.org/officeDocument/2006/relationships/slide" Target="/ppt/slides/slide4.xml" Id="R618713749a8d406c" /><Relationship Type="http://schemas.openxmlformats.org/officeDocument/2006/relationships/slide" Target="/ppt/slides/slide5.xml" Id="R8f5b6f1567114ee5" /><Relationship Type="http://schemas.openxmlformats.org/officeDocument/2006/relationships/slide" Target="/ppt/slides/slide6.xml" Id="Re3763228942d4f35" /><Relationship Type="http://schemas.openxmlformats.org/officeDocument/2006/relationships/slide" Target="/ppt/slides/slide7.xml" Id="R43d5075a6748486c" /><Relationship Type="http://schemas.openxmlformats.org/officeDocument/2006/relationships/slide" Target="/ppt/slides/slide8.xml" Id="Rc5e71df8f17b4ba0" /><Relationship Type="http://schemas.openxmlformats.org/officeDocument/2006/relationships/slide" Target="/ppt/slides/slide9.xml" Id="R48b02bf4bc8e459b" /><Relationship Type="http://schemas.openxmlformats.org/officeDocument/2006/relationships/slide" Target="/ppt/slides/slide10.xml" Id="Rde78c7139bd146d3" /><Relationship Type="http://schemas.openxmlformats.org/officeDocument/2006/relationships/slide" Target="/ppt/slides/slide11.xml" Id="R96ede8dedeaf43ae" /><Relationship Type="http://schemas.openxmlformats.org/officeDocument/2006/relationships/slide" Target="/ppt/slides/slide12.xml" Id="Ra478d5816fb3454c" /><Relationship Type="http://schemas.openxmlformats.org/officeDocument/2006/relationships/slide" Target="/ppt/slides/slide13.xml" Id="Rb3315368b3524992" /><Relationship Type="http://schemas.openxmlformats.org/officeDocument/2006/relationships/slide" Target="/ppt/slides/slide14.xml" Id="R3df875d29b8c4eb5" /><Relationship Type="http://schemas.openxmlformats.org/officeDocument/2006/relationships/slide" Target="/ppt/slides/slide15.xml" Id="R004a59f554ac45a4" /><Relationship Type="http://schemas.openxmlformats.org/officeDocument/2006/relationships/slide" Target="/ppt/slides/slide16.xml" Id="Rb9a01e6a71c04095" /><Relationship Type="http://schemas.openxmlformats.org/officeDocument/2006/relationships/slide" Target="/ppt/slides/slide17.xml" Id="R8999638d153747a6" /><Relationship Type="http://schemas.openxmlformats.org/officeDocument/2006/relationships/slide" Target="/ppt/slides/slide18.xml" Id="Rd045f786d9b64d69" /><Relationship Type="http://schemas.openxmlformats.org/officeDocument/2006/relationships/slide" Target="/ppt/slides/slide19.xml" Id="R2e08a89191c1440b" /><Relationship Type="http://schemas.openxmlformats.org/officeDocument/2006/relationships/slide" Target="/ppt/slides/slide20.xml" Id="R1b39671545854384" /><Relationship Type="http://schemas.openxmlformats.org/officeDocument/2006/relationships/slide" Target="/ppt/slides/slide21.xml" Id="Rdee80e486a644cec" /><Relationship Type="http://schemas.openxmlformats.org/officeDocument/2006/relationships/slide" Target="/ppt/slides/slide22.xml" Id="R45c6f1ba2d50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ceed8b9f94a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b0d3eed1249a3" /><Relationship Type="http://schemas.openxmlformats.org/officeDocument/2006/relationships/notesMaster" Target="/ppt/notesMasters/notesMaster1.xml" Id="Rf56e9283290d45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d7c49293f24a62" /><Relationship Type="http://schemas.openxmlformats.org/officeDocument/2006/relationships/notesMaster" Target="/ppt/notesMasters/notesMaster1.xml" Id="R453474815fc540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c4ee39766e4c2a" /><Relationship Type="http://schemas.openxmlformats.org/officeDocument/2006/relationships/notesMaster" Target="/ppt/notesMasters/notesMaster1.xml" Id="R00d1beade7ea4e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8aaf4b1a5b48de" /><Relationship Type="http://schemas.openxmlformats.org/officeDocument/2006/relationships/notesMaster" Target="/ppt/notesMasters/notesMaster1.xml" Id="R3be9d13386924c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beaa87565144b3" /><Relationship Type="http://schemas.openxmlformats.org/officeDocument/2006/relationships/notesMaster" Target="/ppt/notesMasters/notesMaster1.xml" Id="Reb6e662c26094e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c95cd5b6274018" /><Relationship Type="http://schemas.openxmlformats.org/officeDocument/2006/relationships/notesMaster" Target="/ppt/notesMasters/notesMaster1.xml" Id="Rf996fa1c5f334a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6bb91b69a74b70" /><Relationship Type="http://schemas.openxmlformats.org/officeDocument/2006/relationships/notesMaster" Target="/ppt/notesMasters/notesMaster1.xml" Id="R09211cbef95143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9003eadc204377" /><Relationship Type="http://schemas.openxmlformats.org/officeDocument/2006/relationships/notesMaster" Target="/ppt/notesMasters/notesMaster1.xml" Id="R01715a2da8ec49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5d424a95da45fa" /><Relationship Type="http://schemas.openxmlformats.org/officeDocument/2006/relationships/notesMaster" Target="/ppt/notesMasters/notesMaster1.xml" Id="Rcdfa0971dd4a40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c2967a64e34cf6" /><Relationship Type="http://schemas.openxmlformats.org/officeDocument/2006/relationships/notesMaster" Target="/ppt/notesMasters/notesMaster1.xml" Id="R743f0a3b85b145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b3f3c4438c4081" /><Relationship Type="http://schemas.openxmlformats.org/officeDocument/2006/relationships/notesMaster" Target="/ppt/notesMasters/notesMaster1.xml" Id="Re8dd8ab1452a45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b5e535308c40ae" /><Relationship Type="http://schemas.openxmlformats.org/officeDocument/2006/relationships/notesMaster" Target="/ppt/notesMasters/notesMaster1.xml" Id="Ra28f838f9c0b40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5b1b8b20b84841" /><Relationship Type="http://schemas.openxmlformats.org/officeDocument/2006/relationships/notesMaster" Target="/ppt/notesMasters/notesMaster1.xml" Id="Rdf96a3e074f742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7d50392fd940c8" /><Relationship Type="http://schemas.openxmlformats.org/officeDocument/2006/relationships/notesMaster" Target="/ppt/notesMasters/notesMaster1.xml" Id="R6080dd5667b843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7f15c6c04b4725" /><Relationship Type="http://schemas.openxmlformats.org/officeDocument/2006/relationships/notesMaster" Target="/ppt/notesMasters/notesMaster1.xml" Id="Rfbad1e83d9674a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4e48d440854602" /><Relationship Type="http://schemas.openxmlformats.org/officeDocument/2006/relationships/notesMaster" Target="/ppt/notesMasters/notesMaster1.xml" Id="R82be89dc15c047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617682269b4d51" /><Relationship Type="http://schemas.openxmlformats.org/officeDocument/2006/relationships/notesMaster" Target="/ppt/notesMasters/notesMaster1.xml" Id="Rd36584afc6854b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143ca4bd67441a" /><Relationship Type="http://schemas.openxmlformats.org/officeDocument/2006/relationships/notesMaster" Target="/ppt/notesMasters/notesMaster1.xml" Id="Rf92e01f5a9ce4f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749c839e3b4d7e" /><Relationship Type="http://schemas.openxmlformats.org/officeDocument/2006/relationships/notesMaster" Target="/ppt/notesMasters/notesMaster1.xml" Id="Rc3fc79cfb3c14f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f5d1a47f5943f7" /><Relationship Type="http://schemas.openxmlformats.org/officeDocument/2006/relationships/notesMaster" Target="/ppt/notesMasters/notesMaster1.xml" Id="Raaa4e2c856fc46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cc56c8d59a4f8f" /><Relationship Type="http://schemas.openxmlformats.org/officeDocument/2006/relationships/notesMaster" Target="/ppt/notesMasters/notesMaster1.xml" Id="R861cecf52708449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5055d196c6b4380" /><Relationship Type="http://schemas.openxmlformats.org/officeDocument/2006/relationships/notesMaster" Target="/ppt/notesMasters/notesMaster1.xml" Id="R94b21c6d6ba545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Identify the approved communication tools and the organisation’s expectations for account security and professional messages.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recipients, attachments, links and quoted history; use the correct account and approved storage locations.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Using a training mailbox, learners draft a short acknowledgement, then run a pre-send check aloud: recipient, purpose, minimum necessary content, attachment and quoted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difference between shared team work and an agent’s assigned/personal work queue as defined by local setup.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Make ownership visible: avoid duplicate replies, check assignment/status and leave a clear handover when work moves.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Simulate two agents seeing the same enquiry. Learners agree who owns the reply, update the practice status and write a concise internal handover.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Capture accurate identifiers and only information needed to resolve or route the enquiry.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status, owner and activity history current; distinguish customer-visible replies from internal notes.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From a fictional enquiry, learners create a practice record and ticket with a clear subject, concise factual summary, appropriate category/owner and next action. Review for unnecessary sensitive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useful note lets the next agent understand what happened, what was checked, what remains and who owns the next step.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only when the applicable process says the request is complete; avoid unexplained closure or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pairs a messy fictional case history. They produce a four-part handover: issue, actions taken, current status, next owner/action. Another pair checks if it is factual and 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route from finding the support channel to triage, response, hand-off and follow-up.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the customer informed using confirmed information; check the sent record before retrying if a notification’s status is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Sequence shuffled workflow cards into the correct local support journey. At each hand-off, learners identify what the customer should be told and what belongs in an internal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good reply acknowledges the question, gives a clear supported next step and uses a respectful tone.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Templates are drafts: verify names, details, links and relevance. Avoid invented timelines, guarantees and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Rewrite a vague or overly certain response into three parts: acknowledgement, one confirmed next step, and a realistic closing that does not promise an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the simulation combines listening, feature guidance, privacy, records, written communication and escalation.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fictional details only; learners should pause and consult guidance whenever facts or authority are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Run a small-group case: customer asks about a Q feature, includes sensitive journal content, and reports difficulty accessing an account. Assign agent, customer and observer roles; rotate and debrief the safe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the observable criteria: minimum-information handling, accurate explanations, professional boundaries, correct tool use, sound escalation and clear communication.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Feedback should identify evidence, a specific improvement and a chance to practise again. Follow the organisation’s sign-off process.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 completes one short fictional case while trainer observes with the listed criteria. Give one strength and one specific practice point; allow a second attempt where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understanding of Q, privacy, tools, boundaries and escalation, then address gaps through coaching.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Confirm accounts, permissions and local procedures with the authorised supervisor; sign-off follows the stated process before live work.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a brief verbal round: “What would make you pause?”, “What must never be requested?”, “Where does a rights request go?” Learner identifies one next coaching goal and any unanswered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by reinforcing curiosity, privacy and asking for help when unsure.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final questions and explain where agents can find current guidance and supervisor support.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Each learner completes an exit ticket: one safe practice they will use, one escalation route they will remember, and one question or coaching need. Thank the group and confirm the next step in 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fbdef092d4c6f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9fb9d758445ad" /><Relationship Type="http://schemas.openxmlformats.org/officeDocument/2006/relationships/slideLayout" Target="/ppt/slideLayouts/slideLayout1.xml" Id="Rab67715b52804c4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67715b52804c4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022dbfeea41dc" /><Relationship Type="http://schemas.openxmlformats.org/officeDocument/2006/relationships/image" Target="/ppt/media/image.png" Id="R2fc798c46bad49b1" /><Relationship Type="http://schemas.openxmlformats.org/officeDocument/2006/relationships/notesSlide" Target="/ppt/notesSlides/notesSlide1.xml" Id="R81036b1f305b4e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9be2f643549fc" /><Relationship Type="http://schemas.openxmlformats.org/officeDocument/2006/relationships/image" Target="/ppt/media/image2.png" Id="R33fa1dd4c7654f60" /><Relationship Type="http://schemas.openxmlformats.org/officeDocument/2006/relationships/notesSlide" Target="/ppt/notesSlides/notesSlide2.xml" Id="R29354d6927f944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94e289587486d" /><Relationship Type="http://schemas.openxmlformats.org/officeDocument/2006/relationships/image" Target="/ppt/media/image2.png" Id="Rcb7251c5d0214992" /><Relationship Type="http://schemas.openxmlformats.org/officeDocument/2006/relationships/notesSlide" Target="/ppt/notesSlides/notesSlide3.xml" Id="R599368ddd31d48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b569c92f6415f" /><Relationship Type="http://schemas.openxmlformats.org/officeDocument/2006/relationships/image" Target="/ppt/media/image2.png" Id="R8772f63d8ddb4720" /><Relationship Type="http://schemas.openxmlformats.org/officeDocument/2006/relationships/notesSlide" Target="/ppt/notesSlides/notesSlide4.xml" Id="R83aacde575284c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66af6155641cd" /><Relationship Type="http://schemas.openxmlformats.org/officeDocument/2006/relationships/image" Target="/ppt/media/image2.png" Id="R54c18301adf44d53" /><Relationship Type="http://schemas.openxmlformats.org/officeDocument/2006/relationships/notesSlide" Target="/ppt/notesSlides/notesSlide5.xml" Id="Rc51c730efb6441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8b7d1e2c74591" /><Relationship Type="http://schemas.openxmlformats.org/officeDocument/2006/relationships/image" Target="/ppt/media/image2.png" Id="R0eb9d741ef974cc0" /><Relationship Type="http://schemas.openxmlformats.org/officeDocument/2006/relationships/notesSlide" Target="/ppt/notesSlides/notesSlide6.xml" Id="Rcaaba393edb344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51ccace754f32" /><Relationship Type="http://schemas.openxmlformats.org/officeDocument/2006/relationships/image" Target="/ppt/media/image2.png" Id="R6a6fe5c0a4b34b0c" /><Relationship Type="http://schemas.openxmlformats.org/officeDocument/2006/relationships/notesSlide" Target="/ppt/notesSlides/notesSlide7.xml" Id="R65954addd87f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6cc8dc09b4ded" /><Relationship Type="http://schemas.openxmlformats.org/officeDocument/2006/relationships/image" Target="/ppt/media/image2.png" Id="R0a26cc5e2f644826" /><Relationship Type="http://schemas.openxmlformats.org/officeDocument/2006/relationships/notesSlide" Target="/ppt/notesSlides/notesSlide8.xml" Id="R96abb2539ad245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654c1ca994ee7" /><Relationship Type="http://schemas.openxmlformats.org/officeDocument/2006/relationships/image" Target="/ppt/media/image2.png" Id="Rfa1dfea853d64bf3" /><Relationship Type="http://schemas.openxmlformats.org/officeDocument/2006/relationships/notesSlide" Target="/ppt/notesSlides/notesSlide9.xml" Id="Rcdadc143756445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295862cf44e8c" /><Relationship Type="http://schemas.openxmlformats.org/officeDocument/2006/relationships/image" Target="/ppt/media/image2.png" Id="Ree91b9a6d67e48f2" /><Relationship Type="http://schemas.openxmlformats.org/officeDocument/2006/relationships/notesSlide" Target="/ppt/notesSlides/notesSlide10.xml" Id="Rbc137ab464ac43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1bc9d90514cd3" /><Relationship Type="http://schemas.openxmlformats.org/officeDocument/2006/relationships/image" Target="/ppt/media/image2.png" Id="R1a2322e0058a4d3e" /><Relationship Type="http://schemas.openxmlformats.org/officeDocument/2006/relationships/notesSlide" Target="/ppt/notesSlides/notesSlide11.xml" Id="R07b2843d5cfb40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3c686623746c1" /><Relationship Type="http://schemas.openxmlformats.org/officeDocument/2006/relationships/image" Target="/ppt/media/image2.png" Id="R3d5c7250a94f426a" /><Relationship Type="http://schemas.openxmlformats.org/officeDocument/2006/relationships/image" Target="/ppt/media/image3.png" Id="Rcbbe282f925745bd" /><Relationship Type="http://schemas.openxmlformats.org/officeDocument/2006/relationships/hyperlink" Target="https://slidesai.io/?utm_source=export&amp;utm_medium=pptx" TargetMode="External" Id="R780115e3c0e24ee7" /><Relationship Type="http://schemas.openxmlformats.org/officeDocument/2006/relationships/notesSlide" Target="/ppt/notesSlides/notesSlide12.xml" Id="Rdb14da0ce33a4f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7a8b6d0d340fb" /><Relationship Type="http://schemas.openxmlformats.org/officeDocument/2006/relationships/image" Target="/ppt/media/image2.png" Id="Re1e3a5e103894172" /><Relationship Type="http://schemas.openxmlformats.org/officeDocument/2006/relationships/notesSlide" Target="/ppt/notesSlides/notesSlide13.xml" Id="Rd5d5eb93a6b34f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375273cb44798" /><Relationship Type="http://schemas.openxmlformats.org/officeDocument/2006/relationships/image" Target="/ppt/media/image2.png" Id="Ree599700b40f4bdf" /><Relationship Type="http://schemas.openxmlformats.org/officeDocument/2006/relationships/notesSlide" Target="/ppt/notesSlides/notesSlide14.xml" Id="R94511c1c2a4a43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3668ed4bf4bee" /><Relationship Type="http://schemas.openxmlformats.org/officeDocument/2006/relationships/image" Target="/ppt/media/image2.png" Id="Rb5c8647be35341ad" /><Relationship Type="http://schemas.openxmlformats.org/officeDocument/2006/relationships/notesSlide" Target="/ppt/notesSlides/notesSlide15.xml" Id="R036b2ba9776a43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417833ef947cf" /><Relationship Type="http://schemas.openxmlformats.org/officeDocument/2006/relationships/image" Target="/ppt/media/image2.png" Id="R9402fae6dd68427a" /><Relationship Type="http://schemas.openxmlformats.org/officeDocument/2006/relationships/notesSlide" Target="/ppt/notesSlides/notesSlide16.xml" Id="Rad3a1f9a371745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d0a143732420d" /><Relationship Type="http://schemas.openxmlformats.org/officeDocument/2006/relationships/image" Target="/ppt/media/image2.png" Id="R8ff8d1f144da4918" /><Relationship Type="http://schemas.openxmlformats.org/officeDocument/2006/relationships/notesSlide" Target="/ppt/notesSlides/notesSlide17.xml" Id="Rbaea57d23e2a49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72d928c49449b" /><Relationship Type="http://schemas.openxmlformats.org/officeDocument/2006/relationships/image" Target="/ppt/media/image2.png" Id="R6828f785ad134e0e" /><Relationship Type="http://schemas.openxmlformats.org/officeDocument/2006/relationships/notesSlide" Target="/ppt/notesSlides/notesSlide18.xml" Id="Rd27b9c51b5e44f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4b71badf84b20" /><Relationship Type="http://schemas.openxmlformats.org/officeDocument/2006/relationships/image" Target="/ppt/media/image2.png" Id="Re21fa7368cce413d" /><Relationship Type="http://schemas.openxmlformats.org/officeDocument/2006/relationships/notesSlide" Target="/ppt/notesSlides/notesSlide19.xml" Id="Rdc4389793e174c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ad05b17c240de" /><Relationship Type="http://schemas.openxmlformats.org/officeDocument/2006/relationships/image" Target="/ppt/media/image2.png" Id="R7a5d48871ebe4026" /><Relationship Type="http://schemas.openxmlformats.org/officeDocument/2006/relationships/notesSlide" Target="/ppt/notesSlides/notesSlide20.xml" Id="R1cc71b24fc614f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9d88320814196" /><Relationship Type="http://schemas.openxmlformats.org/officeDocument/2006/relationships/image" Target="/ppt/media/image2.png" Id="R472a8666eb6f4afc" /><Relationship Type="http://schemas.openxmlformats.org/officeDocument/2006/relationships/notesSlide" Target="/ppt/notesSlides/notesSlide21.xml" Id="R3310a7c739c141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3a0716947458d" /><Relationship Type="http://schemas.openxmlformats.org/officeDocument/2006/relationships/image" Target="/ppt/media/image2.png" Id="Rb349f3e24bb54546" /><Relationship Type="http://schemas.openxmlformats.org/officeDocument/2006/relationships/notesSlide" Target="/ppt/notesSlides/notesSlide22.xml" Id="R4890e17223b34d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02CA1720-E712-409A-94AB-F262604133EF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IT Support Staff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Induction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supporting Q staff and services safely.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F636260F-C46B-4DF7-A1EE-A50A8CF554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c798c46bad49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2CE8DDCC-B977-4C6D-A9DC-BEEE0BC8583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What is Q?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An AI-powered wellbeing and personal growth platform for LGBTQ+ people and allies.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Technology and wellbeing tools in one secure platform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Guided support, mood tracking and journaling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Resources for reflection and personal growth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B16B7C53-6054-4451-A600-8961A8DA4D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fa1dd4c7654f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D7383C4F-D9EA-491E-ACD8-DF7F47E7D7D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Support people as they understand themselves and make changes that feel right for them.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Build positive habits at the person’s own pace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B71E6ED-BF8B-4D92-BC53-910278A1B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7251c5d02149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A867F762-C8D3-4D0C-BF66-FA98760D74A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Induction at a glance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day of practical learning, guided practice and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Morning: role boundaries, service workflow and information safety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Afternoon: support tools, access and troubleshooting practice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Finish: scenarios, assessment and supervisor sign-off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E6D06DC0-0B0F-4B67-ACC3-2CC18692A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72f63d8ddb47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A518E852-86FF-4473-821E-986911FFBFC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Roles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Resolve the issue within your training, access and authority.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Clarify the issue and its effect on the user’s work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approved procedures and least-privilege access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Do not bypass controls or make unapproved commitments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E5107FE0-A559-4BA8-8904-AE19D084A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c18301adf44d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E29EED57-B407-409A-AB3A-882443CFCC6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Support requests and triage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Understand the request, impact and next safe step.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the approved support channel and ticket process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the issue, affected service and reported impact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Prioritise using Q’s service criteria, not guesswork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Set expectations with confirmed information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15FA91FC-F073-41EE-BF0F-36A3D61A7D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b9d741ef974c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B9FD5766-5BC6-4A90-B01D-F8643875EAC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Identity and access checks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Verify the requester and authority before changing access.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Q’s identity verification process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the person is authorised for the requested access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Never ask for passwords or one-time codes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Pause if identity or authority cannot be confirmed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A59FF6F2-377D-406C-AD78-0B982F0D51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6fe5c0a4b34b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C2C239CD-8013-46A7-AF44-E42606E9338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Data protection in support work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Handle personal and sensitive information with care.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Access only information needed for the ticket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records factual, relevant and respectful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approved systems and storage locations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Route privacy or rights requests to the designated contact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4403DA41-1D5D-4700-84ED-D01573AC8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26cc5e2f6448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555B52E2-2591-43CB-B868-989311BB3308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Account and device security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Protect the credentials and equipment used to support Q.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your individual account and required security checks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Lock devices when away and keep them under your control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password and authentication processes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Report lost devices or suspicious access promptly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BD2ADEB5-6885-41CC-9A47-0DB5BF91DC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1dfea853d64b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E79AE998-DB81-49C6-B73B-F0CE7A1113B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Suspicious messages and cyber concerns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Pause and report before interacting with a suspicious message.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unexpected requests, links, attachments and senders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enter credentials through an unverified link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Q’s reporting process for suspicious messages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Escalate suspected account compromise promptly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95BAA6E0-23D4-45F2-97DB-2B835D0BA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91b9a6d67e48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C31C0862-AF33-4700-8FA7-7371C36DA03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tools, tickets and handovers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approved systems and leave a record the next technician can follow.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Sign in with your own account and role permissions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the approved service desk and knowledge resources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 checks, actions, status and next owner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work data in approved tools and storage</a:t>
            </a: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0A61AA24-0FD4-46FA-8970-626554803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2322e0058a4d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1A2E1049-8513-48B0-9561-325023C53ABB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Safe troubleshooting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 clear process and avoid unnecessary or risky changes.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Clarify symptoms, timing and recent changes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approved knowledge before trying a fix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Prefer reversible steps within your authority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Explain the action and confirm the result with the user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8FE0715D-45CE-442C-8E67-06772A4CD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5c7250a94f42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CBB4C977-E723-4537-963D-5A6D8603DF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be282f925745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780115e3c0e24ee7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" name="Google Shape;161;p15">
            <a:extLst xmlns:a="http://schemas.openxmlformats.org/drawingml/2006/main">
              <a:ext uri="{FF2B5EF4-FFF2-40B4-BE49-F238E27FC236}">
                <a16:creationId xmlns:a16="http://schemas.microsoft.com/office/drawing/2014/main" id="{8D5A1AF5-5F90-4071-B33A-7689496794E0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15">
            <a:extLst xmlns:a="http://schemas.openxmlformats.org/drawingml/2006/main">
              <a:ext uri="{FF2B5EF4-FFF2-40B4-BE49-F238E27FC236}">
                <a16:creationId xmlns:a16="http://schemas.microsoft.com/office/drawing/2014/main" id="{790EA7AE-DB36-4FD0-981E-9BD1EB66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Devices and equipment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3" name="Google Shape;163;p15">
            <a:extLst xmlns:a="http://schemas.openxmlformats.org/drawingml/2006/main">
              <a:ext uri="{FF2B5EF4-FFF2-40B4-BE49-F238E27FC236}">
                <a16:creationId xmlns:a16="http://schemas.microsoft.com/office/drawing/2014/main" id="{6DA4FBFF-C304-4CD0-80ED-A9708C77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Handle Q equipment securely and keep ownership traceable.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4" name="Google Shape;164;p15">
            <a:extLst xmlns:a="http://schemas.openxmlformats.org/drawingml/2006/main">
              <a:ext uri="{FF2B5EF4-FFF2-40B4-BE49-F238E27FC236}">
                <a16:creationId xmlns:a16="http://schemas.microsoft.com/office/drawing/2014/main" id="{D6375742-2A67-4CAD-9549-AF83D5FB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the asset issue, return and inventory process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Verify the recipient before handing over equipment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setup and disposal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Report damage, loss or unexpected device behaviour</a:t>
            </a:r>
          </a:p>
        </p:txBody>
      </p:sp>
      <p:sp>
        <p:nvSpPr>
          <p:cNvPr id="165" name="Google Shape;165;p15">
            <a:extLst xmlns:a="http://schemas.openxmlformats.org/drawingml/2006/main">
              <a:ext uri="{FF2B5EF4-FFF2-40B4-BE49-F238E27FC236}">
                <a16:creationId xmlns:a16="http://schemas.microsoft.com/office/drawing/2014/main" id="{38BEC445-B6AB-49D5-9508-AC6BB14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6" name="Google Shape;166;p15">
            <a:extLst xmlns:a="http://schemas.openxmlformats.org/drawingml/2006/main">
              <a:ext uri="{FF2B5EF4-FFF2-40B4-BE49-F238E27FC236}">
                <a16:creationId xmlns:a16="http://schemas.microsoft.com/office/drawing/2014/main" id="{176890DF-0ED7-48F4-9173-533AA4CA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67" name="Google Shape;167;p15">
            <a:extLst xmlns:a="http://schemas.openxmlformats.org/drawingml/2006/main">
              <a:ext uri="{FF2B5EF4-FFF2-40B4-BE49-F238E27FC236}">
                <a16:creationId xmlns:a16="http://schemas.microsoft.com/office/drawing/2014/main" id="{69EA6459-E429-43BF-866A-3E0271E14C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e3a5e1038941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20198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3" name="Google Shape;173;p16">
            <a:extLst xmlns:a="http://schemas.openxmlformats.org/drawingml/2006/main">
              <a:ext uri="{FF2B5EF4-FFF2-40B4-BE49-F238E27FC236}">
                <a16:creationId xmlns:a16="http://schemas.microsoft.com/office/drawing/2014/main" id="{129C5B27-BE8F-47E0-9F7F-79A2814FBE2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16">
            <a:extLst xmlns:a="http://schemas.openxmlformats.org/drawingml/2006/main">
              <a:ext uri="{FF2B5EF4-FFF2-40B4-BE49-F238E27FC236}">
                <a16:creationId xmlns:a16="http://schemas.microsoft.com/office/drawing/2014/main" id="{90EA6214-0732-43E7-83A4-1B02553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Accounts, permissions and changes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5" name="Google Shape;175;p16">
            <a:extLst xmlns:a="http://schemas.openxmlformats.org/drawingml/2006/main">
              <a:ext uri="{FF2B5EF4-FFF2-40B4-BE49-F238E27FC236}">
                <a16:creationId xmlns:a16="http://schemas.microsoft.com/office/drawing/2014/main" id="{9BEDDB17-5B0E-4C14-B692-10B6C2A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Make approved changes that are limited, traceable and recoverable.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6" name="Google Shape;176;p16">
            <a:extLst xmlns:a="http://schemas.openxmlformats.org/drawingml/2006/main">
              <a:ext uri="{FF2B5EF4-FFF2-40B4-BE49-F238E27FC236}">
                <a16:creationId xmlns:a16="http://schemas.microsoft.com/office/drawing/2014/main" id="{6B377760-B172-4A2B-9E5F-23AE28F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Confirm approval and role before changing permissions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least-privilege access and approved groups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authorised software and change processes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 approvals, tests and recovery steps</a:t>
            </a:r>
          </a:p>
        </p:txBody>
      </p:sp>
      <p:sp>
        <p:nvSpPr>
          <p:cNvPr id="177" name="Google Shape;177;p16">
            <a:extLst xmlns:a="http://schemas.openxmlformats.org/drawingml/2006/main">
              <a:ext uri="{FF2B5EF4-FFF2-40B4-BE49-F238E27FC236}">
                <a16:creationId xmlns:a16="http://schemas.microsoft.com/office/drawing/2014/main" id="{03438914-C413-4282-85A7-9FDBCF7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8" name="Google Shape;178;p16">
            <a:extLst xmlns:a="http://schemas.openxmlformats.org/drawingml/2006/main">
              <a:ext uri="{FF2B5EF4-FFF2-40B4-BE49-F238E27FC236}">
                <a16:creationId xmlns:a16="http://schemas.microsoft.com/office/drawing/2014/main" id="{D6E5A90E-4C97-4C60-B102-5E36C15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79" name="Google Shape;179;p16">
            <a:extLst xmlns:a="http://schemas.openxmlformats.org/drawingml/2006/main">
              <a:ext uri="{FF2B5EF4-FFF2-40B4-BE49-F238E27FC236}">
                <a16:creationId xmlns:a16="http://schemas.microsoft.com/office/drawing/2014/main" id="{FFD701AD-DD5C-43DE-B7CE-940CD131D3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599700b40f4b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223630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5" name="Google Shape;185;p17">
            <a:extLst xmlns:a="http://schemas.openxmlformats.org/drawingml/2006/main">
              <a:ext uri="{FF2B5EF4-FFF2-40B4-BE49-F238E27FC236}">
                <a16:creationId xmlns:a16="http://schemas.microsoft.com/office/drawing/2014/main" id="{814E6822-03E2-4698-9741-0271E120982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7">
            <a:extLst xmlns:a="http://schemas.openxmlformats.org/drawingml/2006/main">
              <a:ext uri="{FF2B5EF4-FFF2-40B4-BE49-F238E27FC236}">
                <a16:creationId xmlns:a16="http://schemas.microsoft.com/office/drawing/2014/main" id="{B7454F94-AEC8-4AB4-86F6-AB08AF8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Incidents and service disruption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7" name="Google Shape;187;p17">
            <a:extLst xmlns:a="http://schemas.openxmlformats.org/drawingml/2006/main">
              <a:ext uri="{FF2B5EF4-FFF2-40B4-BE49-F238E27FC236}">
                <a16:creationId xmlns:a16="http://schemas.microsoft.com/office/drawing/2014/main" id="{31BA3625-799D-40B7-86AF-E46D9AA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Protect users and services while the incident is assessed.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8" name="Google Shape;188;p17">
            <a:extLst xmlns:a="http://schemas.openxmlformats.org/drawingml/2006/main">
              <a:ext uri="{FF2B5EF4-FFF2-40B4-BE49-F238E27FC236}">
                <a16:creationId xmlns:a16="http://schemas.microsoft.com/office/drawing/2014/main" id="{65191499-DCC0-49DD-B2FD-2D04648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Recognise unusual access, malware signs or widespread failure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the incident route promptly; do not investigate beyond role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Preserve relevant facts and follow evidence-handling guidance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Give updates only through the authorised process</a:t>
            </a:r>
          </a:p>
        </p:txBody>
      </p:sp>
      <p:sp>
        <p:nvSpPr>
          <p:cNvPr id="189" name="Google Shape;189;p17">
            <a:extLst xmlns:a="http://schemas.openxmlformats.org/drawingml/2006/main">
              <a:ext uri="{FF2B5EF4-FFF2-40B4-BE49-F238E27FC236}">
                <a16:creationId xmlns:a16="http://schemas.microsoft.com/office/drawing/2014/main" id="{620BFEE3-6B74-4193-A2D6-FC8C891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0" name="Google Shape;190;p17">
            <a:extLst xmlns:a="http://schemas.openxmlformats.org/drawingml/2006/main">
              <a:ext uri="{FF2B5EF4-FFF2-40B4-BE49-F238E27FC236}">
                <a16:creationId xmlns:a16="http://schemas.microsoft.com/office/drawing/2014/main" id="{0B491C3D-727E-4A2F-9801-4217BCC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91" name="Google Shape;191;p17">
            <a:extLst xmlns:a="http://schemas.openxmlformats.org/drawingml/2006/main">
              <a:ext uri="{FF2B5EF4-FFF2-40B4-BE49-F238E27FC236}">
                <a16:creationId xmlns:a16="http://schemas.microsoft.com/office/drawing/2014/main" id="{0BB82634-4E4A-45EA-9E22-F8D53F1702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c8647be35341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14633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7" name="Google Shape;197;p18">
            <a:extLst xmlns:a="http://schemas.openxmlformats.org/drawingml/2006/main">
              <a:ext uri="{FF2B5EF4-FFF2-40B4-BE49-F238E27FC236}">
                <a16:creationId xmlns:a16="http://schemas.microsoft.com/office/drawing/2014/main" id="{A0C10E37-4402-4999-8712-B4301755321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18">
            <a:extLst xmlns:a="http://schemas.openxmlformats.org/drawingml/2006/main">
              <a:ext uri="{FF2B5EF4-FFF2-40B4-BE49-F238E27FC236}">
                <a16:creationId xmlns:a16="http://schemas.microsoft.com/office/drawing/2014/main" id="{2B5AD097-A293-4BE8-9045-DC144394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Remote support and user privacy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9" name="Google Shape;199;p18">
            <a:extLst xmlns:a="http://schemas.openxmlformats.org/drawingml/2006/main">
              <a:ext uri="{FF2B5EF4-FFF2-40B4-BE49-F238E27FC236}">
                <a16:creationId xmlns:a16="http://schemas.microsoft.com/office/drawing/2014/main" id="{E208835C-49EF-47AB-879B-AF24044D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Make remote assistance clear, authorised and limited to the task.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0" name="Google Shape;200;p18">
            <a:extLst xmlns:a="http://schemas.openxmlformats.org/drawingml/2006/main">
              <a:ext uri="{FF2B5EF4-FFF2-40B4-BE49-F238E27FC236}">
                <a16:creationId xmlns:a16="http://schemas.microsoft.com/office/drawing/2014/main" id="{9F0C0E6A-6530-4A82-9A6F-6318205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only approved remote support tools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Explain the session and obtain required user agreement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View only what is needed to troubleshoot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End access when the task is complete and record the outcome</a:t>
            </a:r>
          </a:p>
        </p:txBody>
      </p:sp>
      <p:sp>
        <p:nvSpPr>
          <p:cNvPr id="201" name="Google Shape;201;p18">
            <a:extLst xmlns:a="http://schemas.openxmlformats.org/drawingml/2006/main">
              <a:ext uri="{FF2B5EF4-FFF2-40B4-BE49-F238E27FC236}">
                <a16:creationId xmlns:a16="http://schemas.microsoft.com/office/drawing/2014/main" id="{AD47C77E-A7E9-4D1C-BA18-39D4B496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2" name="Google Shape;202;p18">
            <a:extLst xmlns:a="http://schemas.openxmlformats.org/drawingml/2006/main">
              <a:ext uri="{FF2B5EF4-FFF2-40B4-BE49-F238E27FC236}">
                <a16:creationId xmlns:a16="http://schemas.microsoft.com/office/drawing/2014/main" id="{2C9A97F2-EEEA-42F9-AE50-D315EBF8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03" name="Google Shape;203;p18">
            <a:extLst xmlns:a="http://schemas.openxmlformats.org/drawingml/2006/main">
              <a:ext uri="{FF2B5EF4-FFF2-40B4-BE49-F238E27FC236}">
                <a16:creationId xmlns:a16="http://schemas.microsoft.com/office/drawing/2014/main" id="{0EF07B9D-394F-4F45-990E-236D6D0DA3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02fae6dd6842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979011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9" name="Google Shape;209;p19">
            <a:extLst xmlns:a="http://schemas.openxmlformats.org/drawingml/2006/main">
              <a:ext uri="{FF2B5EF4-FFF2-40B4-BE49-F238E27FC236}">
                <a16:creationId xmlns:a16="http://schemas.microsoft.com/office/drawing/2014/main" id="{D9673142-9520-447E-BBAF-43E5C2D4C708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19">
            <a:extLst xmlns:a="http://schemas.openxmlformats.org/drawingml/2006/main">
              <a:ext uri="{FF2B5EF4-FFF2-40B4-BE49-F238E27FC236}">
                <a16:creationId xmlns:a16="http://schemas.microsoft.com/office/drawing/2014/main" id="{B6BB4A3B-C2BF-4AEB-AEF9-0FB44A1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Clear support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1" name="Google Shape;211;p19">
            <a:extLst xmlns:a="http://schemas.openxmlformats.org/drawingml/2006/main">
              <a:ext uri="{FF2B5EF4-FFF2-40B4-BE49-F238E27FC236}">
                <a16:creationId xmlns:a16="http://schemas.microsoft.com/office/drawing/2014/main" id="{44724232-ABF3-496D-95B4-8D698A6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Help the requester understand what is happening and what comes next.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2" name="Google Shape;212;p19">
            <a:extLst xmlns:a="http://schemas.openxmlformats.org/drawingml/2006/main">
              <a:ext uri="{FF2B5EF4-FFF2-40B4-BE49-F238E27FC236}">
                <a16:creationId xmlns:a16="http://schemas.microsoft.com/office/drawing/2014/main" id="{67A7D736-741E-4520-9864-48392FE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Acknowledge the issue and confirm your understanding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plain language and avoid unnecessary jargon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confirmed updates and realistic next steps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invent deadlines or guarantee a fix</a:t>
            </a:r>
          </a:p>
        </p:txBody>
      </p:sp>
      <p:sp>
        <p:nvSpPr>
          <p:cNvPr id="213" name="Google Shape;213;p19">
            <a:extLst xmlns:a="http://schemas.openxmlformats.org/drawingml/2006/main">
              <a:ext uri="{FF2B5EF4-FFF2-40B4-BE49-F238E27FC236}">
                <a16:creationId xmlns:a16="http://schemas.microsoft.com/office/drawing/2014/main" id="{8ADA87B3-79FE-43BA-9979-89BEAE3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4" name="Google Shape;214;p19">
            <a:extLst xmlns:a="http://schemas.openxmlformats.org/drawingml/2006/main">
              <a:ext uri="{FF2B5EF4-FFF2-40B4-BE49-F238E27FC236}">
                <a16:creationId xmlns:a16="http://schemas.microsoft.com/office/drawing/2014/main" id="{51B8BBF2-5D5D-40C9-8128-D71FD5F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5" name="Google Shape;215;p19">
            <a:extLst xmlns:a="http://schemas.openxmlformats.org/drawingml/2006/main">
              <a:ext uri="{FF2B5EF4-FFF2-40B4-BE49-F238E27FC236}">
                <a16:creationId xmlns:a16="http://schemas.microsoft.com/office/drawing/2014/main" id="{B2D8E2FB-6F9B-498A-89F0-07FBC9DCB8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f8d1f144da49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84367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1" name="Google Shape;221;p20">
            <a:extLst xmlns:a="http://schemas.openxmlformats.org/drawingml/2006/main">
              <a:ext uri="{FF2B5EF4-FFF2-40B4-BE49-F238E27FC236}">
                <a16:creationId xmlns:a16="http://schemas.microsoft.com/office/drawing/2014/main" id="{A4B7363C-182B-4B11-AED9-AC03B94F6BB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20">
            <a:extLst xmlns:a="http://schemas.openxmlformats.org/drawingml/2006/main">
              <a:ext uri="{FF2B5EF4-FFF2-40B4-BE49-F238E27FC236}">
                <a16:creationId xmlns:a16="http://schemas.microsoft.com/office/drawing/2014/main" id="{77F6E7EA-65A8-4705-81A5-584BE8E0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Escalation and resolution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3" name="Google Shape;223;p20">
            <a:extLst xmlns:a="http://schemas.openxmlformats.org/drawingml/2006/main">
              <a:ext uri="{FF2B5EF4-FFF2-40B4-BE49-F238E27FC236}">
                <a16:creationId xmlns:a16="http://schemas.microsoft.com/office/drawing/2014/main" id="{EF2C34C3-2488-4CDD-9610-7EEA5F92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Route complex or risky work to the right person and close it clearly.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4" name="Google Shape;224;p20">
            <a:extLst xmlns:a="http://schemas.openxmlformats.org/drawingml/2006/main">
              <a:ext uri="{FF2B5EF4-FFF2-40B4-BE49-F238E27FC236}">
                <a16:creationId xmlns:a16="http://schemas.microsoft.com/office/drawing/2014/main" id="{595D3EB1-BB8F-4B5C-8749-CC41D62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Escalate when risk, scope or authority requires it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Include relevant evidence and actions already taken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ownership clear during the hand-off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outcome and closure criteria before resolving</a:t>
            </a:r>
          </a:p>
        </p:txBody>
      </p:sp>
      <p:sp>
        <p:nvSpPr>
          <p:cNvPr id="225" name="Google Shape;225;p20">
            <a:extLst xmlns:a="http://schemas.openxmlformats.org/drawingml/2006/main">
              <a:ext uri="{FF2B5EF4-FFF2-40B4-BE49-F238E27FC236}">
                <a16:creationId xmlns:a16="http://schemas.microsoft.com/office/drawing/2014/main" id="{27A64F0F-ACAD-4551-85F9-30A3E4C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6" name="Google Shape;226;p20">
            <a:extLst xmlns:a="http://schemas.openxmlformats.org/drawingml/2006/main">
              <a:ext uri="{FF2B5EF4-FFF2-40B4-BE49-F238E27FC236}">
                <a16:creationId xmlns:a16="http://schemas.microsoft.com/office/drawing/2014/main" id="{CC2D9819-CA98-4558-80C5-D89B73E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27" name="Google Shape;227;p20">
            <a:extLst xmlns:a="http://schemas.openxmlformats.org/drawingml/2006/main">
              <a:ext uri="{FF2B5EF4-FFF2-40B4-BE49-F238E27FC236}">
                <a16:creationId xmlns:a16="http://schemas.microsoft.com/office/drawing/2014/main" id="{7FB4C0BE-68E4-459C-A7F1-52F6E57CC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28f785ad134e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883853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3" name="Google Shape;233;p21">
            <a:extLst xmlns:a="http://schemas.openxmlformats.org/drawingml/2006/main">
              <a:ext uri="{FF2B5EF4-FFF2-40B4-BE49-F238E27FC236}">
                <a16:creationId xmlns:a16="http://schemas.microsoft.com/office/drawing/2014/main" id="{B74E72C2-695B-42B6-B9CC-05DEA54FAA5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4" name="Google Shape;234;p21">
            <a:extLst xmlns:a="http://schemas.openxmlformats.org/drawingml/2006/main">
              <a:ext uri="{FF2B5EF4-FFF2-40B4-BE49-F238E27FC236}">
                <a16:creationId xmlns:a16="http://schemas.microsoft.com/office/drawing/2014/main" id="{4C64FA62-B0B1-4741-9368-FB70508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Integrated support simulation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5" name="Google Shape;235;p21">
            <a:extLst xmlns:a="http://schemas.openxmlformats.org/drawingml/2006/main">
              <a:ext uri="{FF2B5EF4-FFF2-40B4-BE49-F238E27FC236}">
                <a16:creationId xmlns:a16="http://schemas.microsoft.com/office/drawing/2014/main" id="{F761CE3D-F973-4DDD-86B9-53FD369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Practise the full support workflow using fictional details.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6" name="Google Shape;236;p21">
            <a:extLst xmlns:a="http://schemas.openxmlformats.org/drawingml/2006/main">
              <a:ext uri="{FF2B5EF4-FFF2-40B4-BE49-F238E27FC236}">
                <a16:creationId xmlns:a16="http://schemas.microsoft.com/office/drawing/2014/main" id="{CDC8C755-F351-438D-9B4F-4211EA0E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Receive and clarify a support request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Verify identity and authority before access changes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Troubleshoot within approved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Record, communicate and escalate as needed</a:t>
            </a:r>
          </a:p>
        </p:txBody>
      </p:sp>
      <p:sp>
        <p:nvSpPr>
          <p:cNvPr id="237" name="Google Shape;237;p21">
            <a:extLst xmlns:a="http://schemas.openxmlformats.org/drawingml/2006/main">
              <a:ext uri="{FF2B5EF4-FFF2-40B4-BE49-F238E27FC236}">
                <a16:creationId xmlns:a16="http://schemas.microsoft.com/office/drawing/2014/main" id="{9E065C47-8D27-4A11-A404-2BEB94E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8" name="Google Shape;238;p21">
            <a:extLst xmlns:a="http://schemas.openxmlformats.org/drawingml/2006/main">
              <a:ext uri="{FF2B5EF4-FFF2-40B4-BE49-F238E27FC236}">
                <a16:creationId xmlns:a16="http://schemas.microsoft.com/office/drawing/2014/main" id="{B7829EA7-ACCF-4744-8811-62F99E4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39" name="Google Shape;239;p21">
            <a:extLst xmlns:a="http://schemas.openxmlformats.org/drawingml/2006/main">
              <a:ext uri="{FF2B5EF4-FFF2-40B4-BE49-F238E27FC236}">
                <a16:creationId xmlns:a16="http://schemas.microsoft.com/office/drawing/2014/main" id="{DEE961A5-2D5C-4300-88B8-9575BDD66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1fa7368cce41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61627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5" name="Google Shape;245;p22">
            <a:extLst xmlns:a="http://schemas.openxmlformats.org/drawingml/2006/main">
              <a:ext uri="{FF2B5EF4-FFF2-40B4-BE49-F238E27FC236}">
                <a16:creationId xmlns:a16="http://schemas.microsoft.com/office/drawing/2014/main" id="{F6749693-7386-47EC-8017-4DBB42391E39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22">
            <a:extLst xmlns:a="http://schemas.openxmlformats.org/drawingml/2006/main">
              <a:ext uri="{FF2B5EF4-FFF2-40B4-BE49-F238E27FC236}">
                <a16:creationId xmlns:a16="http://schemas.microsoft.com/office/drawing/2014/main" id="{359D9904-F1BA-4C15-B109-DF88A4D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Observed assessment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7" name="Google Shape;247;p22">
            <a:extLst xmlns:a="http://schemas.openxmlformats.org/drawingml/2006/main">
              <a:ext uri="{FF2B5EF4-FFF2-40B4-BE49-F238E27FC236}">
                <a16:creationId xmlns:a16="http://schemas.microsoft.com/office/drawing/2014/main" id="{4C283048-E738-41FF-93A9-F824897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Show safe, accurate work from intake through hand-off.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8" name="Google Shape;248;p22">
            <a:extLst xmlns:a="http://schemas.openxmlformats.org/drawingml/2006/main">
              <a:ext uri="{FF2B5EF4-FFF2-40B4-BE49-F238E27FC236}">
                <a16:creationId xmlns:a16="http://schemas.microsoft.com/office/drawing/2014/main" id="{218F373B-7A81-4022-BAF4-2656B00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Triage and identity checks follow procedure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Access and troubleshooting stay within authority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Information is handled and recorded appropriately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Communication, escalation and ownership are clear</a:t>
            </a:r>
          </a:p>
        </p:txBody>
      </p:sp>
      <p:sp>
        <p:nvSpPr>
          <p:cNvPr id="249" name="Google Shape;249;p22">
            <a:extLst xmlns:a="http://schemas.openxmlformats.org/drawingml/2006/main">
              <a:ext uri="{FF2B5EF4-FFF2-40B4-BE49-F238E27FC236}">
                <a16:creationId xmlns:a16="http://schemas.microsoft.com/office/drawing/2014/main" id="{3591C0C9-AC87-4353-87F6-97D28277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0" name="Google Shape;250;p22">
            <a:extLst xmlns:a="http://schemas.openxmlformats.org/drawingml/2006/main">
              <a:ext uri="{FF2B5EF4-FFF2-40B4-BE49-F238E27FC236}">
                <a16:creationId xmlns:a16="http://schemas.microsoft.com/office/drawing/2014/main" id="{363187A1-3AB3-4357-962A-6DD1F1DB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51" name="Google Shape;251;p22">
            <a:extLst xmlns:a="http://schemas.openxmlformats.org/drawingml/2006/main">
              <a:ext uri="{FF2B5EF4-FFF2-40B4-BE49-F238E27FC236}">
                <a16:creationId xmlns:a16="http://schemas.microsoft.com/office/drawing/2014/main" id="{2DC7B236-8802-4966-89BE-3753A5302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5d48871ebe40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6363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7" name="Google Shape;257;p23">
            <a:extLst xmlns:a="http://schemas.openxmlformats.org/drawingml/2006/main">
              <a:ext uri="{FF2B5EF4-FFF2-40B4-BE49-F238E27FC236}">
                <a16:creationId xmlns:a16="http://schemas.microsoft.com/office/drawing/2014/main" id="{FBF60A81-9BA8-432B-8373-BFCEAB839BB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23">
            <a:extLst xmlns:a="http://schemas.openxmlformats.org/drawingml/2006/main">
              <a:ext uri="{FF2B5EF4-FFF2-40B4-BE49-F238E27FC236}">
                <a16:creationId xmlns:a16="http://schemas.microsoft.com/office/drawing/2014/main" id="{CF6B40CD-173C-4AAF-958B-9B3B1C3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Knowledge check, coaching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9" name="Google Shape;259;p23">
            <a:extLst xmlns:a="http://schemas.openxmlformats.org/drawingml/2006/main">
              <a:ext uri="{FF2B5EF4-FFF2-40B4-BE49-F238E27FC236}">
                <a16:creationId xmlns:a16="http://schemas.microsoft.com/office/drawing/2014/main" id="{6105BD2F-9595-477F-B359-9AB0B4BF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Confirm safe practice before independent support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0" name="Google Shape;260;p23">
            <a:extLst xmlns:a="http://schemas.openxmlformats.org/drawingml/2006/main">
              <a:ext uri="{FF2B5EF4-FFF2-40B4-BE49-F238E27FC236}">
                <a16:creationId xmlns:a16="http://schemas.microsoft.com/office/drawing/2014/main" id="{C96FCD8C-0DC5-4D60-B8E1-F69E9D3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Review role boundaries, security and support procedures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Practise any steps that were unclear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Confirm tool access and local escalation contacts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Begin independent work only after authorised sign-off</a:t>
            </a:r>
          </a:p>
        </p:txBody>
      </p:sp>
      <p:sp>
        <p:nvSpPr>
          <p:cNvPr id="261" name="Google Shape;261;p23">
            <a:extLst xmlns:a="http://schemas.openxmlformats.org/drawingml/2006/main">
              <a:ext uri="{FF2B5EF4-FFF2-40B4-BE49-F238E27FC236}">
                <a16:creationId xmlns:a16="http://schemas.microsoft.com/office/drawing/2014/main" id="{05EFDB36-6DA4-4574-957D-DC0DBBD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2" name="Google Shape;262;p23">
            <a:extLst xmlns:a="http://schemas.openxmlformats.org/drawingml/2006/main">
              <a:ext uri="{FF2B5EF4-FFF2-40B4-BE49-F238E27FC236}">
                <a16:creationId xmlns:a16="http://schemas.microsoft.com/office/drawing/2014/main" id="{611BE1D5-9609-4A96-B2D4-F1D6BD5C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63" name="Google Shape;263;p23">
            <a:extLst xmlns:a="http://schemas.openxmlformats.org/drawingml/2006/main">
              <a:ext uri="{FF2B5EF4-FFF2-40B4-BE49-F238E27FC236}">
                <a16:creationId xmlns:a16="http://schemas.microsoft.com/office/drawing/2014/main" id="{AF3C5972-937B-4BD1-BE67-322122E09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2a8666eb6f4a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808784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9" name="Google Shape;269;p24">
            <a:extLst xmlns:a="http://schemas.openxmlformats.org/drawingml/2006/main">
              <a:ext uri="{FF2B5EF4-FFF2-40B4-BE49-F238E27FC236}">
                <a16:creationId xmlns:a16="http://schemas.microsoft.com/office/drawing/2014/main" id="{77A8EF1F-2003-4272-B191-655D4D0B77A4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24">
            <a:extLst xmlns:a="http://schemas.openxmlformats.org/drawingml/2006/main">
              <a:ext uri="{FF2B5EF4-FFF2-40B4-BE49-F238E27FC236}">
                <a16:creationId xmlns:a16="http://schemas.microsoft.com/office/drawing/2014/main" id="{6CC1B485-378E-46A1-98E6-31F38BF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Welcome to the team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1" name="Google Shape;271;p24">
            <a:extLst xmlns:a="http://schemas.openxmlformats.org/drawingml/2006/main">
              <a:ext uri="{FF2B5EF4-FFF2-40B4-BE49-F238E27FC236}">
                <a16:creationId xmlns:a16="http://schemas.microsoft.com/office/drawing/2014/main" id="{9524C31F-E700-42B6-8AE6-6933EF1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Reliable IT support protects the people and services behind Q.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2" name="Google Shape;272;p24">
            <a:extLst xmlns:a="http://schemas.openxmlformats.org/drawingml/2006/main">
              <a:ext uri="{FF2B5EF4-FFF2-40B4-BE49-F238E27FC236}">
                <a16:creationId xmlns:a16="http://schemas.microsoft.com/office/drawing/2014/main" id="{17D28B4F-79EE-493F-98F7-D41BC06E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Be helpful and clear. Protect access and information.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the approved process. Ask for help when unsure.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</a:p>
        </p:txBody>
      </p:sp>
      <p:sp>
        <p:nvSpPr>
          <p:cNvPr id="273" name="Google Shape;273;p24">
            <a:extLst xmlns:a="http://schemas.openxmlformats.org/drawingml/2006/main">
              <a:ext uri="{FF2B5EF4-FFF2-40B4-BE49-F238E27FC236}">
                <a16:creationId xmlns:a16="http://schemas.microsoft.com/office/drawing/2014/main" id="{EF23727D-FF57-4126-9C1A-4ADF046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4" name="Google Shape;274;p24">
            <a:extLst xmlns:a="http://schemas.openxmlformats.org/drawingml/2006/main">
              <a:ext uri="{FF2B5EF4-FFF2-40B4-BE49-F238E27FC236}">
                <a16:creationId xmlns:a16="http://schemas.microsoft.com/office/drawing/2014/main" id="{53839055-7813-4FF9-9B21-AE74E890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75" name="Google Shape;275;p24">
            <a:extLst xmlns:a="http://schemas.openxmlformats.org/drawingml/2006/main">
              <a:ext uri="{FF2B5EF4-FFF2-40B4-BE49-F238E27FC236}">
                <a16:creationId xmlns:a16="http://schemas.microsoft.com/office/drawing/2014/main" id="{CA91F9BE-48C3-4CC9-9E88-9101FF1C6F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49f3e24bb545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3646144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2026-10-19T19:39:19.2710000Z</dcterms:created>
  <dcterms:modified xsi:type="dcterms:W3CDTF">2026-10-19T19:39:19.2710000Z</dcterms:modified>
</coreProperties>
</file>