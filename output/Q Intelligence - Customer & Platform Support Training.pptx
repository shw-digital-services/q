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d381bb5fec44a2" /><Relationship Type="http://schemas.openxmlformats.org/officeDocument/2006/relationships/extended-properties" Target="/docProps/app.xml" Id="Rbbd2f96ead0e4d8b" /><Relationship Type="http://schemas.openxmlformats.org/officeDocument/2006/relationships/officeDocument" Target="/ppt/presentation.xml" Id="Re3fed89a34514cd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963078133bd445c"/>
  </p:sldMasterIdLst>
  <p:notesMasterIdLst>
    <p:notesMasterId xmlns:r="http://schemas.openxmlformats.org/officeDocument/2006/relationships" r:id="R59f962a01b1e4931"/>
  </p:notesMasterIdLst>
  <p:sldIdLst>
    <p:sldId xmlns:r="http://schemas.openxmlformats.org/officeDocument/2006/relationships" id="256" r:id="R2465ba60e3f64404"/>
    <p:sldId xmlns:r="http://schemas.openxmlformats.org/officeDocument/2006/relationships" id="257" r:id="Rf1e9023b0f7e408f"/>
    <p:sldId xmlns:r="http://schemas.openxmlformats.org/officeDocument/2006/relationships" id="258" r:id="R97545787ccb14d85"/>
    <p:sldId xmlns:r="http://schemas.openxmlformats.org/officeDocument/2006/relationships" id="259" r:id="R05c78778706b4e9c"/>
    <p:sldId xmlns:r="http://schemas.openxmlformats.org/officeDocument/2006/relationships" id="260" r:id="Re2513e530a574d60"/>
    <p:sldId xmlns:r="http://schemas.openxmlformats.org/officeDocument/2006/relationships" id="261" r:id="R302d3e840eab437f"/>
    <p:sldId xmlns:r="http://schemas.openxmlformats.org/officeDocument/2006/relationships" id="262" r:id="R88f8b5e6627b46ec"/>
    <p:sldId xmlns:r="http://schemas.openxmlformats.org/officeDocument/2006/relationships" id="263" r:id="R5aa18a4031ff4a9c"/>
    <p:sldId xmlns:r="http://schemas.openxmlformats.org/officeDocument/2006/relationships" id="264" r:id="R85dee265e64d46eb"/>
    <p:sldId xmlns:r="http://schemas.openxmlformats.org/officeDocument/2006/relationships" id="265" r:id="Rc289c626d7354fba"/>
    <p:sldId xmlns:r="http://schemas.openxmlformats.org/officeDocument/2006/relationships" id="266" r:id="R107465f7d4954139"/>
    <p:sldId xmlns:r="http://schemas.openxmlformats.org/officeDocument/2006/relationships" id="267" r:id="R863dc8feb4384a1a"/>
  </p:sldIdLst>
  <p:sldSz cx="12192000" cy="6858000"/>
  <p:notesSz cx="6858000" cy="9144000"/>
  <p:embeddedFontLst>
    <p:embeddedFont>
      <p:font typeface="Inter"/>
      <p:regular xmlns:r="http://schemas.openxmlformats.org/officeDocument/2006/relationships" r:id="R81cf951337a14c46"/>
      <p:bold xmlns:r="http://schemas.openxmlformats.org/officeDocument/2006/relationships" r:id="Rf87925b64d0b4289"/>
      <p:italic xmlns:r="http://schemas.openxmlformats.org/officeDocument/2006/relationships" r:id="R2bdc8767bb78438b"/>
      <p:boldItalic xmlns:r="http://schemas.openxmlformats.org/officeDocument/2006/relationships" r:id="R9fc5bce4ab7945a0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6df564d78944b5" /><Relationship Type="http://schemas.openxmlformats.org/officeDocument/2006/relationships/slideMaster" Target="/ppt/slideMasters/slideMaster1.xml" Id="R1963078133bd445c" /><Relationship Type="http://schemas.openxmlformats.org/officeDocument/2006/relationships/notesMaster" Target="/ppt/notesMasters/notesMaster1.xml" Id="R59f962a01b1e4931" /><Relationship Type="http://schemas.openxmlformats.org/officeDocument/2006/relationships/presProps" Target="/ppt/presProps.xml" Id="R2779115168dd4f31" /><Relationship Type="http://schemas.openxmlformats.org/officeDocument/2006/relationships/viewProps" Target="/ppt/viewProps.xml" Id="Rcdffeb344a434e5d" /><Relationship Type="http://schemas.openxmlformats.org/officeDocument/2006/relationships/tableStyles" Target="/ppt/tableStyles.xml" Id="R6c22cad90dc541c0" /><Relationship Type="http://schemas.openxmlformats.org/officeDocument/2006/relationships/font" Target="/ppt/fonts/font.dat" Id="R81cf951337a14c46" /><Relationship Type="http://schemas.openxmlformats.org/officeDocument/2006/relationships/font" Target="/ppt/fonts/font2.dat" Id="Rf87925b64d0b4289" /><Relationship Type="http://schemas.openxmlformats.org/officeDocument/2006/relationships/font" Target="/ppt/fonts/font3.dat" Id="R2bdc8767bb78438b" /><Relationship Type="http://schemas.openxmlformats.org/officeDocument/2006/relationships/font" Target="/ppt/fonts/font4.dat" Id="R9fc5bce4ab7945a0" /><Relationship Type="http://schemas.openxmlformats.org/officeDocument/2006/relationships/slide" Target="/ppt/slides/slide1.xml" Id="R2465ba60e3f64404" /><Relationship Type="http://schemas.openxmlformats.org/officeDocument/2006/relationships/slide" Target="/ppt/slides/slide2.xml" Id="Rf1e9023b0f7e408f" /><Relationship Type="http://schemas.openxmlformats.org/officeDocument/2006/relationships/slide" Target="/ppt/slides/slide3.xml" Id="R97545787ccb14d85" /><Relationship Type="http://schemas.openxmlformats.org/officeDocument/2006/relationships/slide" Target="/ppt/slides/slide4.xml" Id="R05c78778706b4e9c" /><Relationship Type="http://schemas.openxmlformats.org/officeDocument/2006/relationships/slide" Target="/ppt/slides/slide5.xml" Id="Re2513e530a574d60" /><Relationship Type="http://schemas.openxmlformats.org/officeDocument/2006/relationships/slide" Target="/ppt/slides/slide6.xml" Id="R302d3e840eab437f" /><Relationship Type="http://schemas.openxmlformats.org/officeDocument/2006/relationships/slide" Target="/ppt/slides/slide7.xml" Id="R88f8b5e6627b46ec" /><Relationship Type="http://schemas.openxmlformats.org/officeDocument/2006/relationships/slide" Target="/ppt/slides/slide8.xml" Id="R5aa18a4031ff4a9c" /><Relationship Type="http://schemas.openxmlformats.org/officeDocument/2006/relationships/slide" Target="/ppt/slides/slide9.xml" Id="R85dee265e64d46eb" /><Relationship Type="http://schemas.openxmlformats.org/officeDocument/2006/relationships/slide" Target="/ppt/slides/slide10.xml" Id="Rc289c626d7354fba" /><Relationship Type="http://schemas.openxmlformats.org/officeDocument/2006/relationships/slide" Target="/ppt/slides/slide11.xml" Id="R107465f7d4954139" /><Relationship Type="http://schemas.openxmlformats.org/officeDocument/2006/relationships/slide" Target="/ppt/slides/slide12.xml" Id="R863dc8feb4384a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10168252ad49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17384f3eeb47f4" /><Relationship Type="http://schemas.openxmlformats.org/officeDocument/2006/relationships/notesMaster" Target="/ppt/notesMasters/notesMaster1.xml" Id="Rf636b655df614c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164f93ffcd4dcf" /><Relationship Type="http://schemas.openxmlformats.org/officeDocument/2006/relationships/notesMaster" Target="/ppt/notesMasters/notesMaster1.xml" Id="Rad31261529a944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4df8912b504d7a" /><Relationship Type="http://schemas.openxmlformats.org/officeDocument/2006/relationships/notesMaster" Target="/ppt/notesMasters/notesMaster1.xml" Id="Rba113319026f4e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ed0ade6319479d" /><Relationship Type="http://schemas.openxmlformats.org/officeDocument/2006/relationships/notesMaster" Target="/ppt/notesMasters/notesMaster1.xml" Id="R9d542776456446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e087bb5fdb4db3" /><Relationship Type="http://schemas.openxmlformats.org/officeDocument/2006/relationships/notesMaster" Target="/ppt/notesMasters/notesMaster1.xml" Id="Rd1e0674cd8d54a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fcdd46908a4cd3" /><Relationship Type="http://schemas.openxmlformats.org/officeDocument/2006/relationships/notesMaster" Target="/ppt/notesMasters/notesMaster1.xml" Id="R4be1c49737fa44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6c5a31f0c348bc" /><Relationship Type="http://schemas.openxmlformats.org/officeDocument/2006/relationships/notesMaster" Target="/ppt/notesMasters/notesMaster1.xml" Id="R614f6417da2c47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f194258b374741" /><Relationship Type="http://schemas.openxmlformats.org/officeDocument/2006/relationships/notesMaster" Target="/ppt/notesMasters/notesMaster1.xml" Id="R93267353b12247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9df82673584618" /><Relationship Type="http://schemas.openxmlformats.org/officeDocument/2006/relationships/notesMaster" Target="/ppt/notesMasters/notesMaster1.xml" Id="Rb79b5728c25e4c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f6d80e1e634942" /><Relationship Type="http://schemas.openxmlformats.org/officeDocument/2006/relationships/notesMaster" Target="/ppt/notesMasters/notesMaster1.xml" Id="R501f5914bfa145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ec8604067b4172" /><Relationship Type="http://schemas.openxmlformats.org/officeDocument/2006/relationships/notesMaster" Target="/ppt/notesMasters/notesMaster1.xml" Id="R152549c66e094d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043b3fef58458a" /><Relationship Type="http://schemas.openxmlformats.org/officeDocument/2006/relationships/notesMaster" Target="/ppt/notesMasters/notesMaster1.xml" Id="R10d510bd0e2741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Welcome agents and explain how their work supports a respectful, reliable customer experience.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Set expectations for participation, questions and asking for help.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Pair introductions: each person shares one service quality they value as a customer and </a:t>
            </a:r>
            <a:r>
              <a:t>one behavior </a:t>
            </a:r>
            <a:r>
              <a:t>that demonstrates it. Invite a few examples; no personal wellbeing disclosures are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Describe Q as a secure platform combining technology, wellbeing tools, guided support and personal growth resources.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the visible features listed here: mood tracking, journaling, guided support and reflection resources. Avoid promising clinical outcomes or features not shown in approved guidance.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 pairs, give a 30-second plain-language explanation of Q to a new user. Partners identify one clear phrase and one point that needs approved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Connect personal pace, access to support, trust, privacy and wellbeing to everyday service choices.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Invite agents to consider how an interaction can respect a customer’s own goals without directing or judging them.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For each value on the slide, ask pairs to name one observable support behaviour that would demonstrate it. Share one example per 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Walk through the morning, afternoon and finish, showing how the topics build from safe principles to practice.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that practice and sign-off are opportunities to identify support needs, not a reason to guess when uncertain.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Ask each learner to choose one topic they feel confident about and one they want to practise. Capture the latter for coaching later in the 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Emphasise listening, non-judgement, accurate approved information and staying within training and access.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Distinguish helpful service from counselling, diagnosis, personal opinions or making commitments outside authority.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Read three short statements aloud: “I can show you where to find that setting”; “It sounds like you have depression”; “I’ll guarantee this is fixed today.” Learners classify as in role or out of role and rewrite the out-of-role replies safely.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 pause is appropriate when identity, access, risk or the correct next step is unclear.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Escalation protects the customer and agent; use the designated route and share only relevant facts. Do not promise an outcome or investigate beyond authority.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Scenario sort: learners label each case “continue”, “pause and check” or “escalate”: uncertain account identity; request for a feature walkthrough; report of a security concern; question asking for a legal interpretation. Discuss the route specified by local procedure.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Use information only for a clear support purpose and only what is needed.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Keep records factual, respectful and in approved systems; route rights or legal questions to the designated contact rather than deciding them.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Show a fictional over-detailed case note. Ask learners to remove irrelevant personal details and rewrite it as a concise, factual record. Discuss what should be routed instead of answered directly.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Reinforce never requesting passwords, one-time codes, reset links, journals, mood logs or private-chat screenshots.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Check recipient, attachments and quoted history before sending; keep customer information in approved tools.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“Spot the risk” email review: provide a fictional message containing a wrong recipient, unnecessary screenshot and quoted customer history. Learners identify each risk and state the safe correction before sending.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Treat suspected disclosure, account compromise or unusual access as a concern to report promptly through the designated incident route.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Recognise a rights request even when phrased informally; acknowledge it and route it to the designated privacy contact. Do not delete, export or promise a deadline unless procedure authorises it.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 triads, role-play an agent receiving (1) a suspected account compromise and (2) a request to see or erase personal information. Practise acknowledging, recording only necessary facts and routing without making a determination.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Demonstrate the platform areas named in the approved environment: mood tracking, journaling, guided programmes, memory features and user settings.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that agents should guide navigation, not inspect or request private wellbeing content. Confirm any uncertain feature details against current guidance.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Give learners a guided “find the setting” task in a training or demo account. Ask them to describe the navigation steps without opening or discussing personal entries.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Describe what a feature does in neutral, plain language and explain its limits using approved wording.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Do not interpret mood entries, infer diagnoses or claim that a feature will produce a particular wellbeing result.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Learners rewrite two overclaims into safe explanations: “This will cure your anxiety” and “I can tell from your mood log what is wrong.” Ask them to keep the explanation useful and non-clinical.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Warmth and empathy can coexist with clear professional boundaries.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Acknowledge feelings without probing for intimate details; offer an appropriate platform or support route and escalate concerns using procedure.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Role-play a customer asking the agent to interpret a journal entry. Practise a brief empathic boundary statement and an appropriate next step; observer gives feedback on tone and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f96b2b7b724beb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8a00385dd24a15" /><Relationship Type="http://schemas.openxmlformats.org/officeDocument/2006/relationships/slideLayout" Target="/ppt/slideLayouts/slideLayout1.xml" Id="R60d6227d14304f2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d6227d14304f2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5b861f15143b3" /><Relationship Type="http://schemas.openxmlformats.org/officeDocument/2006/relationships/image" Target="/ppt/media/image.png" Id="Rcf12c155ee7c406c" /><Relationship Type="http://schemas.openxmlformats.org/officeDocument/2006/relationships/notesSlide" Target="/ppt/notesSlides/notesSlide1.xml" Id="Rae14dfd683514c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06fc61bff498a" /><Relationship Type="http://schemas.openxmlformats.org/officeDocument/2006/relationships/image" Target="/ppt/media/image2.png" Id="Rfdd96eb31b224f20" /><Relationship Type="http://schemas.openxmlformats.org/officeDocument/2006/relationships/notesSlide" Target="/ppt/notesSlides/notesSlide2.xml" Id="R1b6c60a7bf3b45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eb5950f93457e" /><Relationship Type="http://schemas.openxmlformats.org/officeDocument/2006/relationships/image" Target="/ppt/media/image2.png" Id="Rc4d2ecbf5afd411f" /><Relationship Type="http://schemas.openxmlformats.org/officeDocument/2006/relationships/notesSlide" Target="/ppt/notesSlides/notesSlide3.xml" Id="Rf37cf46910744b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3a5a2fec4493c" /><Relationship Type="http://schemas.openxmlformats.org/officeDocument/2006/relationships/image" Target="/ppt/media/image2.png" Id="R3d9ece5f78604a5c" /><Relationship Type="http://schemas.openxmlformats.org/officeDocument/2006/relationships/notesSlide" Target="/ppt/notesSlides/notesSlide4.xml" Id="R574e7d68f7f349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8f3a5046643bb" /><Relationship Type="http://schemas.openxmlformats.org/officeDocument/2006/relationships/image" Target="/ppt/media/image2.png" Id="R0e78fcea2ee94aa3" /><Relationship Type="http://schemas.openxmlformats.org/officeDocument/2006/relationships/notesSlide" Target="/ppt/notesSlides/notesSlide5.xml" Id="R676e4496d39540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ad9ccdbde4cf2" /><Relationship Type="http://schemas.openxmlformats.org/officeDocument/2006/relationships/image" Target="/ppt/media/image2.png" Id="R5f66b006192b42f1" /><Relationship Type="http://schemas.openxmlformats.org/officeDocument/2006/relationships/notesSlide" Target="/ppt/notesSlides/notesSlide6.xml" Id="R60634aa164674b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231aec53e4948" /><Relationship Type="http://schemas.openxmlformats.org/officeDocument/2006/relationships/image" Target="/ppt/media/image2.png" Id="R8ae55103c57e4d61" /><Relationship Type="http://schemas.openxmlformats.org/officeDocument/2006/relationships/notesSlide" Target="/ppt/notesSlides/notesSlide7.xml" Id="R1a2af669158b4c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2dfea84ed4820" /><Relationship Type="http://schemas.openxmlformats.org/officeDocument/2006/relationships/image" Target="/ppt/media/image2.png" Id="R094c6d1192024f3f" /><Relationship Type="http://schemas.openxmlformats.org/officeDocument/2006/relationships/notesSlide" Target="/ppt/notesSlides/notesSlide8.xml" Id="R9c910ff467a148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50bf4cbbe457d" /><Relationship Type="http://schemas.openxmlformats.org/officeDocument/2006/relationships/image" Target="/ppt/media/image2.png" Id="R6edfa9d8921848ae" /><Relationship Type="http://schemas.openxmlformats.org/officeDocument/2006/relationships/notesSlide" Target="/ppt/notesSlides/notesSlide9.xml" Id="R9fd49daefbdc4b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479acfdb9498e" /><Relationship Type="http://schemas.openxmlformats.org/officeDocument/2006/relationships/image" Target="/ppt/media/image2.png" Id="R53a9589c50e9447a" /><Relationship Type="http://schemas.openxmlformats.org/officeDocument/2006/relationships/notesSlide" Target="/ppt/notesSlides/notesSlide10.xml" Id="R14a5b927d7d643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d39ee5b5b4109" /><Relationship Type="http://schemas.openxmlformats.org/officeDocument/2006/relationships/image" Target="/ppt/media/image2.png" Id="R77dc09de0b9641f0" /><Relationship Type="http://schemas.openxmlformats.org/officeDocument/2006/relationships/notesSlide" Target="/ppt/notesSlides/notesSlide11.xml" Id="Raf8f57bdcec947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312bfde774cf4" /><Relationship Type="http://schemas.openxmlformats.org/officeDocument/2006/relationships/image" Target="/ppt/media/image2.png" Id="R2d2d8b7d40ef4c22" /><Relationship Type="http://schemas.openxmlformats.org/officeDocument/2006/relationships/image" Target="/ppt/media/image3.png" Id="R67351ef020154946" /><Relationship Type="http://schemas.openxmlformats.org/officeDocument/2006/relationships/hyperlink" Target="https://slidesai.io/?utm_source=export&amp;utm_medium=pptx" TargetMode="External" Id="Rc968baad860445f0" /><Relationship Type="http://schemas.openxmlformats.org/officeDocument/2006/relationships/notesSlide" Target="/ppt/notesSlides/notesSlide12.xml" Id="Rf353e79e1b1547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C38E1CCE-BD46-4499-84FF-D297DCBD6A47}"/>
              </a:ext>
            </a:extLst>
          </p:cNvPr>
          <p:cNvCxnSpPr/>
          <p:nvPr/>
        </p:nvCxnSpPr>
        <p:spPr>
          <a:xfrm xmlns:a="http://schemas.openxmlformats.org/drawingml/2006/main">
            <a:off x="876300" y="909638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7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311014D3-89A8-4C37-B759-389CCB6E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0439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"/>
              <a:buNone/>
            </a:pPr>
            <a:r>
              <a:rPr sz="4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Customer &amp; Platform Support</a:t>
            </a:r>
            <a:endParaRPr sz="4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"/>
              <a:buNone/>
            </a:pPr>
            <a:r>
              <a:rPr sz="4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Training</a:t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27274046-F035-4BEA-B44E-229D5E3A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D6FF"/>
              </a:buClr>
              <a:buSzPts val="2250"/>
              <a:buFont typeface="Inter"/>
              <a:buNone/>
            </a:pPr>
            <a:r>
              <a:rPr sz="2250" b="0" i="0" u="none" strike="noStrike" cap="none">
                <a:solidFill>
                  <a:srgbClr val="E2D6FF"/>
                </a:solidFill>
                <a:latin typeface="Inter"/>
                <a:ea typeface="Inter"/>
                <a:cs typeface="Inter"/>
              </a:rPr>
              <a:t>A practical introduction to the customer &amp; platform support roles at Q.</a:t>
            </a:r>
            <a:endParaRPr sz="225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0D268EF1-3461-4679-8785-4F3584D6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72175"/>
            <a:ext cx="13901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80"/>
              <a:buFont typeface="Inter"/>
              <a:buNone/>
            </a:pPr>
            <a:r>
              <a:rPr sz="158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</a:t>
            </a:r>
            <a:endParaRPr sz="15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69CAA748-1580-4718-95ED-0A8986EC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123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3DB3B99A-78B1-4EAB-BE71-7BF39D68E7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12c155ee7c406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848850" y="1790700"/>
            <a:ext cx="1924050" cy="1924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516541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BE47A438-0E63-4E0B-A25C-32AED37724BC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B896E2CE-057A-4CD3-AB96-4ADF76C5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Role group purpose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9CD6598E-D24B-42A4-B46D-258DA0CF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Help users and colleagues resolve platform questions with clear, respectful and reliable support.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348829BF-09DD-4377-B5EC-60A059F5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Guide people through approved workflows, keep service records useful and route complex issues safely.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Roles in this group: Customer Service Agent, Support Lead, Platform Operations Specialist.</a:t>
            </a:r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EE240636-00C2-4A0B-B096-6D97D564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Customer &amp; Platform Support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3B94B37-4A42-432C-B6A6-A342391D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AE7E2E23-E6F7-46D1-9C0C-5497F6D0C4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dd96eb31b224f2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40891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EBD2CDCE-E31A-4339-A137-EBC242D18286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F1BEEDCF-9556-4BEC-AC52-3E844D19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Q’s mission and values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C87B0E37-740F-48AE-A981-7CB5B36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Apply trust, privacy and wellbeing to everyday work.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0B1C1BD5-0FDC-4A69-BA0B-88C57DD7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Support people at their own pace.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Make support available when it is needed.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Put trust, privacy and user wellbeing at the centre.</a:t>
            </a: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77C359D1-562B-47D1-8163-D4DE00B7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Customer &amp; Platform Support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35321BE0-D4A1-4B40-A70A-1765986C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139D168D-FDE3-47A2-9983-5B0F9C34F1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4d2ecbf5afd411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49227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1" name="Google Shape;51;p6">
            <a:extLst xmlns:a="http://schemas.openxmlformats.org/drawingml/2006/main">
              <a:ext uri="{FF2B5EF4-FFF2-40B4-BE49-F238E27FC236}">
                <a16:creationId xmlns:a16="http://schemas.microsoft.com/office/drawing/2014/main" id="{1B9248C9-37C0-4AC0-92B4-6C8656329FC5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p6">
            <a:extLst xmlns:a="http://schemas.openxmlformats.org/drawingml/2006/main">
              <a:ext uri="{FF2B5EF4-FFF2-40B4-BE49-F238E27FC236}">
                <a16:creationId xmlns:a16="http://schemas.microsoft.com/office/drawing/2014/main" id="{C498A30F-3A34-4295-B1EF-D5667B31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Responsibilities and boundaries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3" name="Google Shape;53;p6">
            <a:extLst xmlns:a="http://schemas.openxmlformats.org/drawingml/2006/main">
              <a:ext uri="{FF2B5EF4-FFF2-40B4-BE49-F238E27FC236}">
                <a16:creationId xmlns:a16="http://schemas.microsoft.com/office/drawing/2014/main" id="{9E54A5F2-0237-454A-B4A1-C114ECB3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Know what the group owns, what needs review and what must be escalated.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2E21B003-7731-4668-A211-0479C89D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Understand the request and provide approved guidance.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Maintain accurate case or service records.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Monitor platform operations and coordinate hand-offs as assigned.</a:t>
            </a:r>
          </a:p>
        </p:txBody>
      </p:sp>
      <p:sp>
        <p:nvSpPr>
          <p:cNvPr id="55" name="Google Shape;55;p6">
            <a:extLst xmlns:a="http://schemas.openxmlformats.org/drawingml/2006/main">
              <a:ext uri="{FF2B5EF4-FFF2-40B4-BE49-F238E27FC236}">
                <a16:creationId xmlns:a16="http://schemas.microsoft.com/office/drawing/2014/main" id="{15374D75-83E0-4354-9064-4B54A60A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Customer &amp; Platform Support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6" name="Google Shape;56;p6">
            <a:extLst xmlns:a="http://schemas.openxmlformats.org/drawingml/2006/main">
              <a:ext uri="{FF2B5EF4-FFF2-40B4-BE49-F238E27FC236}">
                <a16:creationId xmlns:a16="http://schemas.microsoft.com/office/drawing/2014/main" id="{DE137094-7FF5-4BF1-B0A9-271D9DB5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57" name="Google Shape;57;p6">
            <a:extLst xmlns:a="http://schemas.openxmlformats.org/drawingml/2006/main">
              <a:ext uri="{FF2B5EF4-FFF2-40B4-BE49-F238E27FC236}">
                <a16:creationId xmlns:a16="http://schemas.microsoft.com/office/drawing/2014/main" id="{180A96F8-EC7A-45C2-B06D-8361343C45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d9ece5f78604a5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18083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3" name="Google Shape;63;p7">
            <a:extLst xmlns:a="http://schemas.openxmlformats.org/drawingml/2006/main">
              <a:ext uri="{FF2B5EF4-FFF2-40B4-BE49-F238E27FC236}">
                <a16:creationId xmlns:a16="http://schemas.microsoft.com/office/drawing/2014/main" id="{AEF9B568-B0C0-442D-88EA-B52FBC545ACC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p7">
            <a:extLst xmlns:a="http://schemas.openxmlformats.org/drawingml/2006/main">
              <a:ext uri="{FF2B5EF4-FFF2-40B4-BE49-F238E27FC236}">
                <a16:creationId xmlns:a16="http://schemas.microsoft.com/office/drawing/2014/main" id="{C2E8DB0B-BF10-4B1B-B199-C7E1CA2D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Planning and priorities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5" name="Google Shape;65;p7">
            <a:extLst xmlns:a="http://schemas.openxmlformats.org/drawingml/2006/main">
              <a:ext uri="{FF2B5EF4-FFF2-40B4-BE49-F238E27FC236}">
                <a16:creationId xmlns:a16="http://schemas.microsoft.com/office/drawing/2014/main" id="{3347FBC0-74EB-4458-BFC5-44062F26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Use impact, evidence and agreed criteria to decide what comes first.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6" name="Google Shape;66;p7">
            <a:extLst xmlns:a="http://schemas.openxmlformats.org/drawingml/2006/main">
              <a:ext uri="{FF2B5EF4-FFF2-40B4-BE49-F238E27FC236}">
                <a16:creationId xmlns:a16="http://schemas.microsoft.com/office/drawing/2014/main" id="{EE90F1AB-D9E9-4EF8-AAD7-8378A833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Q’s service criteria and escalation route.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Keep the user informed with confirmed information.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Check ownership and current status before acting.</a:t>
            </a:r>
          </a:p>
        </p:txBody>
      </p:sp>
      <p:sp>
        <p:nvSpPr>
          <p:cNvPr id="67" name="Google Shape;67;p7">
            <a:extLst xmlns:a="http://schemas.openxmlformats.org/drawingml/2006/main">
              <a:ext uri="{FF2B5EF4-FFF2-40B4-BE49-F238E27FC236}">
                <a16:creationId xmlns:a16="http://schemas.microsoft.com/office/drawing/2014/main" id="{80B12499-A067-477B-80D2-A66480DB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Customer &amp; Platform Support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8" name="Google Shape;68;p7">
            <a:extLst xmlns:a="http://schemas.openxmlformats.org/drawingml/2006/main">
              <a:ext uri="{FF2B5EF4-FFF2-40B4-BE49-F238E27FC236}">
                <a16:creationId xmlns:a16="http://schemas.microsoft.com/office/drawing/2014/main" id="{18592D3C-017B-4D23-A133-8DA2D473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69" name="Google Shape;69;p7">
            <a:extLst xmlns:a="http://schemas.openxmlformats.org/drawingml/2006/main">
              <a:ext uri="{FF2B5EF4-FFF2-40B4-BE49-F238E27FC236}">
                <a16:creationId xmlns:a16="http://schemas.microsoft.com/office/drawing/2014/main" id="{FE720080-4691-4B0B-8E1F-BBF49E407D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e78fcea2ee94aa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88511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5" name="Google Shape;75;p8">
            <a:extLst xmlns:a="http://schemas.openxmlformats.org/drawingml/2006/main">
              <a:ext uri="{FF2B5EF4-FFF2-40B4-BE49-F238E27FC236}">
                <a16:creationId xmlns:a16="http://schemas.microsoft.com/office/drawing/2014/main" id="{F12C1E6C-FF36-4865-B734-E1D631CB26A0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8">
            <a:extLst xmlns:a="http://schemas.openxmlformats.org/drawingml/2006/main">
              <a:ext uri="{FF2B5EF4-FFF2-40B4-BE49-F238E27FC236}">
                <a16:creationId xmlns:a16="http://schemas.microsoft.com/office/drawing/2014/main" id="{0708B561-51A0-4BA5-B446-58A8CFD1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Design for the people Q serves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7" name="Google Shape;77;p8">
            <a:extLst xmlns:a="http://schemas.openxmlformats.org/drawingml/2006/main">
              <a:ext uri="{FF2B5EF4-FFF2-40B4-BE49-F238E27FC236}">
                <a16:creationId xmlns:a16="http://schemas.microsoft.com/office/drawing/2014/main" id="{472FE18F-023D-4D71-8825-7249E518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Make decisions with inclusion, accessibility and user trust in view.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8" name="Google Shape;78;p8">
            <a:extLst xmlns:a="http://schemas.openxmlformats.org/drawingml/2006/main">
              <a:ext uri="{FF2B5EF4-FFF2-40B4-BE49-F238E27FC236}">
                <a16:creationId xmlns:a16="http://schemas.microsoft.com/office/drawing/2014/main" id="{93839D5E-7C76-42F7-BC7B-837451BC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Listen without judgement and use plain language.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Ask only for details needed to support the request.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Respect user choice and privacy.</a:t>
            </a:r>
          </a:p>
        </p:txBody>
      </p:sp>
      <p:sp>
        <p:nvSpPr>
          <p:cNvPr id="79" name="Google Shape;79;p8">
            <a:extLst xmlns:a="http://schemas.openxmlformats.org/drawingml/2006/main">
              <a:ext uri="{FF2B5EF4-FFF2-40B4-BE49-F238E27FC236}">
                <a16:creationId xmlns:a16="http://schemas.microsoft.com/office/drawing/2014/main" id="{703ED4B6-E020-4626-8634-C7039687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Customer &amp; Platform Support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80" name="Google Shape;80;p8">
            <a:extLst xmlns:a="http://schemas.openxmlformats.org/drawingml/2006/main">
              <a:ext uri="{FF2B5EF4-FFF2-40B4-BE49-F238E27FC236}">
                <a16:creationId xmlns:a16="http://schemas.microsoft.com/office/drawing/2014/main" id="{37286126-C26A-4A6D-8B86-F3E17AD7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81" name="Google Shape;81;p8">
            <a:extLst xmlns:a="http://schemas.openxmlformats.org/drawingml/2006/main">
              <a:ext uri="{FF2B5EF4-FFF2-40B4-BE49-F238E27FC236}">
                <a16:creationId xmlns:a16="http://schemas.microsoft.com/office/drawing/2014/main" id="{83BE7D5D-1A48-4943-8185-E6CF895CDC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f66b006192b42f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964586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7" name="Google Shape;87;p9">
            <a:extLst xmlns:a="http://schemas.openxmlformats.org/drawingml/2006/main">
              <a:ext uri="{FF2B5EF4-FFF2-40B4-BE49-F238E27FC236}">
                <a16:creationId xmlns:a16="http://schemas.microsoft.com/office/drawing/2014/main" id="{50A3F706-9E39-4CDB-9556-60E73B55273E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Google Shape;88;p9">
            <a:extLst xmlns:a="http://schemas.openxmlformats.org/drawingml/2006/main">
              <a:ext uri="{FF2B5EF4-FFF2-40B4-BE49-F238E27FC236}">
                <a16:creationId xmlns:a16="http://schemas.microsoft.com/office/drawing/2014/main" id="{5807D283-DA14-41D2-AD47-F0B8E9BE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Privacy and information handling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89" name="Google Shape;89;p9">
            <a:extLst xmlns:a="http://schemas.openxmlformats.org/drawingml/2006/main">
              <a:ext uri="{FF2B5EF4-FFF2-40B4-BE49-F238E27FC236}">
                <a16:creationId xmlns:a16="http://schemas.microsoft.com/office/drawing/2014/main" id="{F406AA3A-6AAA-4851-8848-38B29045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Use only the information needed for an authorised purpose.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90" name="Google Shape;90;p9">
            <a:extLst xmlns:a="http://schemas.openxmlformats.org/drawingml/2006/main">
              <a:ext uri="{FF2B5EF4-FFF2-40B4-BE49-F238E27FC236}">
                <a16:creationId xmlns:a16="http://schemas.microsoft.com/office/drawing/2014/main" id="{97B3F973-A919-45DF-B6F4-442CBB27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minimum approved identifiers.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Separate verified facts from user statements.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Keep sensitive content out of routine notes unless procedure requires it.</a:t>
            </a:r>
          </a:p>
        </p:txBody>
      </p:sp>
      <p:sp>
        <p:nvSpPr>
          <p:cNvPr id="91" name="Google Shape;91;p9">
            <a:extLst xmlns:a="http://schemas.openxmlformats.org/drawingml/2006/main">
              <a:ext uri="{FF2B5EF4-FFF2-40B4-BE49-F238E27FC236}">
                <a16:creationId xmlns:a16="http://schemas.microsoft.com/office/drawing/2014/main" id="{BF9BBE0A-09A8-4555-B048-3F4673B9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Customer &amp; Platform Support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92" name="Google Shape;92;p9">
            <a:extLst xmlns:a="http://schemas.openxmlformats.org/drawingml/2006/main">
              <a:ext uri="{FF2B5EF4-FFF2-40B4-BE49-F238E27FC236}">
                <a16:creationId xmlns:a16="http://schemas.microsoft.com/office/drawing/2014/main" id="{F13080D0-0104-4E5C-9DDE-4416BD89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93" name="Google Shape;93;p9">
            <a:extLst xmlns:a="http://schemas.openxmlformats.org/drawingml/2006/main">
              <a:ext uri="{FF2B5EF4-FFF2-40B4-BE49-F238E27FC236}">
                <a16:creationId xmlns:a16="http://schemas.microsoft.com/office/drawing/2014/main" id="{6D44ED20-683F-462A-9DB7-0C42776987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ae55103c57e4d6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38203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9" name="Google Shape;99;p10">
            <a:extLst xmlns:a="http://schemas.openxmlformats.org/drawingml/2006/main">
              <a:ext uri="{FF2B5EF4-FFF2-40B4-BE49-F238E27FC236}">
                <a16:creationId xmlns:a16="http://schemas.microsoft.com/office/drawing/2014/main" id="{E1BC96B6-CDE2-4E74-9E5F-10B72F497870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10">
            <a:extLst xmlns:a="http://schemas.openxmlformats.org/drawingml/2006/main">
              <a:ext uri="{FF2B5EF4-FFF2-40B4-BE49-F238E27FC236}">
                <a16:creationId xmlns:a16="http://schemas.microsoft.com/office/drawing/2014/main" id="{B40AB0A5-9ED9-4738-808A-6B4E13CC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Security and safe systems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1" name="Google Shape;101;p10">
            <a:extLst xmlns:a="http://schemas.openxmlformats.org/drawingml/2006/main">
              <a:ext uri="{FF2B5EF4-FFF2-40B4-BE49-F238E27FC236}">
                <a16:creationId xmlns:a16="http://schemas.microsoft.com/office/drawing/2014/main" id="{AFC6EA5E-0451-4C6B-98F1-0BDCB2DD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Protect accounts, assets, content and work records.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2" name="Google Shape;102;p10">
            <a:extLst xmlns:a="http://schemas.openxmlformats.org/drawingml/2006/main">
              <a:ext uri="{FF2B5EF4-FFF2-40B4-BE49-F238E27FC236}">
                <a16:creationId xmlns:a16="http://schemas.microsoft.com/office/drawing/2014/main" id="{78CCA798-D69F-4923-9AC6-C72452C7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Verify identity as required.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approved systems and role permissions.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Report suspected account compromise or disclosure promptly.</a:t>
            </a:r>
          </a:p>
        </p:txBody>
      </p:sp>
      <p:sp>
        <p:nvSpPr>
          <p:cNvPr id="103" name="Google Shape;103;p10">
            <a:extLst xmlns:a="http://schemas.openxmlformats.org/drawingml/2006/main">
              <a:ext uri="{FF2B5EF4-FFF2-40B4-BE49-F238E27FC236}">
                <a16:creationId xmlns:a16="http://schemas.microsoft.com/office/drawing/2014/main" id="{E1C66EBC-F1C7-43D9-900C-E842DA8B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Customer &amp; Platform Support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4" name="Google Shape;104;p10">
            <a:extLst xmlns:a="http://schemas.openxmlformats.org/drawingml/2006/main">
              <a:ext uri="{FF2B5EF4-FFF2-40B4-BE49-F238E27FC236}">
                <a16:creationId xmlns:a16="http://schemas.microsoft.com/office/drawing/2014/main" id="{5DF53ADC-0A8E-4AB8-9BCA-B18FA222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05" name="Google Shape;105;p10">
            <a:extLst xmlns:a="http://schemas.openxmlformats.org/drawingml/2006/main">
              <a:ext uri="{FF2B5EF4-FFF2-40B4-BE49-F238E27FC236}">
                <a16:creationId xmlns:a16="http://schemas.microsoft.com/office/drawing/2014/main" id="{A09FFFC0-2415-4262-A310-241E0C1060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4c6d1192024f3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459293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1" name="Google Shape;111;p11">
            <a:extLst xmlns:a="http://schemas.openxmlformats.org/drawingml/2006/main">
              <a:ext uri="{FF2B5EF4-FFF2-40B4-BE49-F238E27FC236}">
                <a16:creationId xmlns:a16="http://schemas.microsoft.com/office/drawing/2014/main" id="{471F0828-B1AF-488F-AF6D-7389AF197BE6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" name="Google Shape;112;p11">
            <a:extLst xmlns:a="http://schemas.openxmlformats.org/drawingml/2006/main">
              <a:ext uri="{FF2B5EF4-FFF2-40B4-BE49-F238E27FC236}">
                <a16:creationId xmlns:a16="http://schemas.microsoft.com/office/drawing/2014/main" id="{BB52F5D2-3DEF-43B6-8E41-4027E26D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Tools, workflows and records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3" name="Google Shape;113;p11">
            <a:extLst xmlns:a="http://schemas.openxmlformats.org/drawingml/2006/main">
              <a:ext uri="{FF2B5EF4-FFF2-40B4-BE49-F238E27FC236}">
                <a16:creationId xmlns:a16="http://schemas.microsoft.com/office/drawing/2014/main" id="{4FE7294D-B6F3-4F56-B3A3-0BFA9AA8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Use approved tools and leave work traceable for colleagues.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4" name="Google Shape;114;p11">
            <a:extLst xmlns:a="http://schemas.openxmlformats.org/drawingml/2006/main">
              <a:ext uri="{FF2B5EF4-FFF2-40B4-BE49-F238E27FC236}">
                <a16:creationId xmlns:a16="http://schemas.microsoft.com/office/drawing/2014/main" id="{373BF450-BFCB-47B1-865F-AAF7AA97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Triage, assign, respond, record and follow up through the approved process.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Distinguish internal notes from user-facing messages.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Confirm sent or completed status before retrying.</a:t>
            </a:r>
          </a:p>
        </p:txBody>
      </p:sp>
      <p:sp>
        <p:nvSpPr>
          <p:cNvPr id="115" name="Google Shape;115;p11">
            <a:extLst xmlns:a="http://schemas.openxmlformats.org/drawingml/2006/main">
              <a:ext uri="{FF2B5EF4-FFF2-40B4-BE49-F238E27FC236}">
                <a16:creationId xmlns:a16="http://schemas.microsoft.com/office/drawing/2014/main" id="{E0B51D5F-67B8-4729-85D2-5D79B6F1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Customer &amp; Platform Support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6" name="Google Shape;116;p11">
            <a:extLst xmlns:a="http://schemas.openxmlformats.org/drawingml/2006/main">
              <a:ext uri="{FF2B5EF4-FFF2-40B4-BE49-F238E27FC236}">
                <a16:creationId xmlns:a16="http://schemas.microsoft.com/office/drawing/2014/main" id="{F3B4E15B-8D04-4181-9CEC-6632E21D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17" name="Google Shape;117;p11">
            <a:extLst xmlns:a="http://schemas.openxmlformats.org/drawingml/2006/main">
              <a:ext uri="{FF2B5EF4-FFF2-40B4-BE49-F238E27FC236}">
                <a16:creationId xmlns:a16="http://schemas.microsoft.com/office/drawing/2014/main" id="{BF0C2600-F6BC-46A5-BE23-0E77EDAD82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dfa9d8921848a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520491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3" name="Google Shape;123;p12">
            <a:extLst xmlns:a="http://schemas.openxmlformats.org/drawingml/2006/main">
              <a:ext uri="{FF2B5EF4-FFF2-40B4-BE49-F238E27FC236}">
                <a16:creationId xmlns:a16="http://schemas.microsoft.com/office/drawing/2014/main" id="{F43B3233-8653-4B05-A014-6F81F2C15CEF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4" name="Google Shape;124;p12">
            <a:extLst xmlns:a="http://schemas.openxmlformats.org/drawingml/2006/main">
              <a:ext uri="{FF2B5EF4-FFF2-40B4-BE49-F238E27FC236}">
                <a16:creationId xmlns:a16="http://schemas.microsoft.com/office/drawing/2014/main" id="{FEF98001-283A-436B-94F0-26390B64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Collaboration and communication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5" name="Google Shape;125;p12">
            <a:extLst xmlns:a="http://schemas.openxmlformats.org/drawingml/2006/main">
              <a:ext uri="{FF2B5EF4-FFF2-40B4-BE49-F238E27FC236}">
                <a16:creationId xmlns:a16="http://schemas.microsoft.com/office/drawing/2014/main" id="{6E468CDF-917C-4DE5-98AC-B9024BCA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Coordinate work clearly across teams and with the people affected.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6" name="Google Shape;126;p12">
            <a:extLst xmlns:a="http://schemas.openxmlformats.org/drawingml/2006/main">
              <a:ext uri="{FF2B5EF4-FFF2-40B4-BE49-F238E27FC236}">
                <a16:creationId xmlns:a16="http://schemas.microsoft.com/office/drawing/2014/main" id="{C4505444-F0C7-40F1-AD11-AF48AF8C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Coordinate with product, IT, community and privacy contacts.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Send concise handovers with owner and next action.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Share recurring issues through approved reporting.</a:t>
            </a:r>
          </a:p>
        </p:txBody>
      </p:sp>
      <p:sp>
        <p:nvSpPr>
          <p:cNvPr id="127" name="Google Shape;127;p12">
            <a:extLst xmlns:a="http://schemas.openxmlformats.org/drawingml/2006/main">
              <a:ext uri="{FF2B5EF4-FFF2-40B4-BE49-F238E27FC236}">
                <a16:creationId xmlns:a16="http://schemas.microsoft.com/office/drawing/2014/main" id="{CCE26D17-E053-40A1-8C7E-B28B869D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Customer &amp; Platform Support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8" name="Google Shape;128;p12">
            <a:extLst xmlns:a="http://schemas.openxmlformats.org/drawingml/2006/main">
              <a:ext uri="{FF2B5EF4-FFF2-40B4-BE49-F238E27FC236}">
                <a16:creationId xmlns:a16="http://schemas.microsoft.com/office/drawing/2014/main" id="{69590FF4-6382-4D4D-B03F-9BF83913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29" name="Google Shape;129;p12">
            <a:extLst xmlns:a="http://schemas.openxmlformats.org/drawingml/2006/main">
              <a:ext uri="{FF2B5EF4-FFF2-40B4-BE49-F238E27FC236}">
                <a16:creationId xmlns:a16="http://schemas.microsoft.com/office/drawing/2014/main" id="{BBDF3C8E-6A83-4E87-9BED-357076583F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3a9589c50e9447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6006617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5" name="Google Shape;135;p13">
            <a:extLst xmlns:a="http://schemas.openxmlformats.org/drawingml/2006/main">
              <a:ext uri="{FF2B5EF4-FFF2-40B4-BE49-F238E27FC236}">
                <a16:creationId xmlns:a16="http://schemas.microsoft.com/office/drawing/2014/main" id="{7C4C9595-14D2-4B18-B131-71C9006103BF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6" name="Google Shape;136;p13">
            <a:extLst xmlns:a="http://schemas.openxmlformats.org/drawingml/2006/main">
              <a:ext uri="{FF2B5EF4-FFF2-40B4-BE49-F238E27FC236}">
                <a16:creationId xmlns:a16="http://schemas.microsoft.com/office/drawing/2014/main" id="{7BC61D08-7A4D-4387-B949-DF3D0BD8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Risk, escalation and incidents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7" name="Google Shape;137;p13">
            <a:extLst xmlns:a="http://schemas.openxmlformats.org/drawingml/2006/main">
              <a:ext uri="{FF2B5EF4-FFF2-40B4-BE49-F238E27FC236}">
                <a16:creationId xmlns:a16="http://schemas.microsoft.com/office/drawing/2014/main" id="{C5180E71-D4D9-45CB-8EEC-3135B970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Recognise when normal work must pause for review or escalation.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8" name="Google Shape;138;p13">
            <a:extLst xmlns:a="http://schemas.openxmlformats.org/drawingml/2006/main">
              <a:ext uri="{FF2B5EF4-FFF2-40B4-BE49-F238E27FC236}">
                <a16:creationId xmlns:a16="http://schemas.microsoft.com/office/drawing/2014/main" id="{49C7850D-C271-45F0-9A6D-5469ADA7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Unverified access, unsafe advice, duplicate work, privacy exposure and unresolved support incidents.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9" name="Google Shape;139;p13">
            <a:extLst xmlns:a="http://schemas.openxmlformats.org/drawingml/2006/main">
              <a:ext uri="{FF2B5EF4-FFF2-40B4-BE49-F238E27FC236}">
                <a16:creationId xmlns:a16="http://schemas.microsoft.com/office/drawing/2014/main" id="{727A2086-B4BB-4117-B317-EDCD31FB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Customer &amp; Platform Support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0" name="Google Shape;140;p13">
            <a:extLst xmlns:a="http://schemas.openxmlformats.org/drawingml/2006/main">
              <a:ext uri="{FF2B5EF4-FFF2-40B4-BE49-F238E27FC236}">
                <a16:creationId xmlns:a16="http://schemas.microsoft.com/office/drawing/2014/main" id="{7B641BF9-D7EA-45A0-8C74-37626AF1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41" name="Google Shape;141;p13">
            <a:extLst xmlns:a="http://schemas.openxmlformats.org/drawingml/2006/main">
              <a:ext uri="{FF2B5EF4-FFF2-40B4-BE49-F238E27FC236}">
                <a16:creationId xmlns:a16="http://schemas.microsoft.com/office/drawing/2014/main" id="{4B0AA074-8C65-465D-BF04-FDFDAAE173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dc09de0b9641f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543301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7" name="Google Shape;147;p14">
            <a:extLst xmlns:a="http://schemas.openxmlformats.org/drawingml/2006/main">
              <a:ext uri="{FF2B5EF4-FFF2-40B4-BE49-F238E27FC236}">
                <a16:creationId xmlns:a16="http://schemas.microsoft.com/office/drawing/2014/main" id="{28C3B807-CBA2-41F0-88CC-F7B06AE2A989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" name="Google Shape;148;p14">
            <a:extLst xmlns:a="http://schemas.openxmlformats.org/drawingml/2006/main">
              <a:ext uri="{FF2B5EF4-FFF2-40B4-BE49-F238E27FC236}">
                <a16:creationId xmlns:a16="http://schemas.microsoft.com/office/drawing/2014/main" id="{7471060F-DD71-49B0-8820-9B9520F8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Practice, assessment and sign-off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9" name="Google Shape;149;p14">
            <a:extLst xmlns:a="http://schemas.openxmlformats.org/drawingml/2006/main">
              <a:ext uri="{FF2B5EF4-FFF2-40B4-BE49-F238E27FC236}">
                <a16:creationId xmlns:a16="http://schemas.microsoft.com/office/drawing/2014/main" id="{EEFAC795-CA85-46B8-A1B4-8C144864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Demonstrate careful, accurate work before taking on independent responsibilities.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50" name="Google Shape;150;p14">
            <a:extLst xmlns:a="http://schemas.openxmlformats.org/drawingml/2006/main">
              <a:ext uri="{FF2B5EF4-FFF2-40B4-BE49-F238E27FC236}">
                <a16:creationId xmlns:a16="http://schemas.microsoft.com/office/drawing/2014/main" id="{426C4ACA-D79D-49C1-A5C2-2BEC3004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Responses are respectful and based on current guidance.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Records contain only relevant facts.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Cases have clear ownership, status and next action.</a:t>
            </a:r>
          </a:p>
        </p:txBody>
      </p:sp>
      <p:sp>
        <p:nvSpPr>
          <p:cNvPr id="151" name="Google Shape;151;p14">
            <a:extLst xmlns:a="http://schemas.openxmlformats.org/drawingml/2006/main">
              <a:ext uri="{FF2B5EF4-FFF2-40B4-BE49-F238E27FC236}">
                <a16:creationId xmlns:a16="http://schemas.microsoft.com/office/drawing/2014/main" id="{26DCA0A9-B89E-436F-BE73-9B8D817B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Customer &amp; Platform Support Training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52" name="Google Shape;152;p14">
            <a:extLst xmlns:a="http://schemas.openxmlformats.org/drawingml/2006/main">
              <a:ext uri="{FF2B5EF4-FFF2-40B4-BE49-F238E27FC236}">
                <a16:creationId xmlns:a16="http://schemas.microsoft.com/office/drawing/2014/main" id="{B678FB59-6A6B-4996-9B96-A97D146E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53" name="Google Shape;153;p14">
            <a:extLst xmlns:a="http://schemas.openxmlformats.org/drawingml/2006/main">
              <a:ext uri="{FF2B5EF4-FFF2-40B4-BE49-F238E27FC236}">
                <a16:creationId xmlns:a16="http://schemas.microsoft.com/office/drawing/2014/main" id="{1988375E-7BCF-4A40-97A8-5D6A333099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2d8b7d40ef4c2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4" name="Google Shape;154;p14">
            <a:extLst xmlns:a="http://schemas.openxmlformats.org/drawingml/2006/main">
              <a:ext uri="{FF2B5EF4-FFF2-40B4-BE49-F238E27FC236}">
                <a16:creationId xmlns:a16="http://schemas.microsoft.com/office/drawing/2014/main" id="{2F528086-4417-486A-B533-97C47CA8DB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351ef02015494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05772" y="6523921"/>
            <a:ext cx="1347448" cy="2139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5" name="Google Shape;155;p14">
            <a:hlinkClick xmlns:r="http://schemas.openxmlformats.org/officeDocument/2006/relationships" xmlns:a="http://schemas.openxmlformats.org/drawingml/2006/main" r:id="Rc968baad860445f0"/>
            <a:extLst xmlns:a="http://schemas.openxmlformats.org/drawingml/2006/main">
              <a:ext uri="{FF2B5EF4-FFF2-40B4-BE49-F238E27FC236}">
                <a16:creationId xmlns:a16="http://schemas.microsoft.com/office/drawing/2014/main" id="{E4359F24-21DB-4C12-BD47-4FB38B3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5772" y="6523921"/>
            <a:ext cx="1347448" cy="213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9975598"/>
      </p:ext>
    </p:extLst>
  </p:cSld>
</p:sld>
</file>

<file path=ppt/theme/theme1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2026-10-19T19:42:21.5050000Z</dcterms:created>
  <dcterms:modified xsi:type="dcterms:W3CDTF">2026-10-19T19:42:21.5050000Z</dcterms:modified>
</coreProperties>
</file>