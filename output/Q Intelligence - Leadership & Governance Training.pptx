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3a16eecd844538" /><Relationship Type="http://schemas.openxmlformats.org/officeDocument/2006/relationships/extended-properties" Target="/docProps/app.xml" Id="R00f0d0c66ff84874" /><Relationship Type="http://schemas.openxmlformats.org/officeDocument/2006/relationships/officeDocument" Target="/ppt/presentation.xml" Id="Rd2f1238ccd504ee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dc0935208a3416d"/>
  </p:sldMasterIdLst>
  <p:notesMasterIdLst>
    <p:notesMasterId xmlns:r="http://schemas.openxmlformats.org/officeDocument/2006/relationships" r:id="Re5662af054e44d97"/>
  </p:notesMasterIdLst>
  <p:sldIdLst>
    <p:sldId xmlns:r="http://schemas.openxmlformats.org/officeDocument/2006/relationships" id="256" r:id="R07bb86d31a544b38"/>
    <p:sldId xmlns:r="http://schemas.openxmlformats.org/officeDocument/2006/relationships" id="257" r:id="Rf1c0a68b07b34235"/>
    <p:sldId xmlns:r="http://schemas.openxmlformats.org/officeDocument/2006/relationships" id="258" r:id="R56f6d31b13844236"/>
    <p:sldId xmlns:r="http://schemas.openxmlformats.org/officeDocument/2006/relationships" id="259" r:id="R0c5f2d9928eb4ab0"/>
    <p:sldId xmlns:r="http://schemas.openxmlformats.org/officeDocument/2006/relationships" id="260" r:id="R1eba5ce1f78846d9"/>
    <p:sldId xmlns:r="http://schemas.openxmlformats.org/officeDocument/2006/relationships" id="261" r:id="R33d9445c8be447c8"/>
    <p:sldId xmlns:r="http://schemas.openxmlformats.org/officeDocument/2006/relationships" id="262" r:id="Raa32e767d1d0484b"/>
    <p:sldId xmlns:r="http://schemas.openxmlformats.org/officeDocument/2006/relationships" id="263" r:id="R61eac96736754226"/>
    <p:sldId xmlns:r="http://schemas.openxmlformats.org/officeDocument/2006/relationships" id="264" r:id="R8d77691cc73e4eff"/>
    <p:sldId xmlns:r="http://schemas.openxmlformats.org/officeDocument/2006/relationships" id="265" r:id="R49d679c269604391"/>
    <p:sldId xmlns:r="http://schemas.openxmlformats.org/officeDocument/2006/relationships" id="266" r:id="R9d650325728b497a"/>
    <p:sldId xmlns:r="http://schemas.openxmlformats.org/officeDocument/2006/relationships" id="267" r:id="R5e95784ffcc2487a"/>
  </p:sldIdLst>
  <p:sldSz cx="12192000" cy="6858000"/>
  <p:notesSz cx="6858000" cy="9144000"/>
  <p:embeddedFontLst>
    <p:embeddedFont>
      <p:font typeface="Inter"/>
      <p:regular xmlns:r="http://schemas.openxmlformats.org/officeDocument/2006/relationships" r:id="Rdfe4afcd94bb42f2"/>
      <p:bold xmlns:r="http://schemas.openxmlformats.org/officeDocument/2006/relationships" r:id="Rcdcd6c8bd7664a48"/>
      <p:italic xmlns:r="http://schemas.openxmlformats.org/officeDocument/2006/relationships" r:id="R9c26208b300f4363"/>
      <p:boldItalic xmlns:r="http://schemas.openxmlformats.org/officeDocument/2006/relationships" r:id="Rdd7366a8d1734da4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c9db114cc24889" /><Relationship Type="http://schemas.openxmlformats.org/officeDocument/2006/relationships/slideMaster" Target="/ppt/slideMasters/slideMaster1.xml" Id="Radc0935208a3416d" /><Relationship Type="http://schemas.openxmlformats.org/officeDocument/2006/relationships/notesMaster" Target="/ppt/notesMasters/notesMaster1.xml" Id="Re5662af054e44d97" /><Relationship Type="http://schemas.openxmlformats.org/officeDocument/2006/relationships/presProps" Target="/ppt/presProps.xml" Id="R355919ad91d84244" /><Relationship Type="http://schemas.openxmlformats.org/officeDocument/2006/relationships/viewProps" Target="/ppt/viewProps.xml" Id="R14e278ddab4243f2" /><Relationship Type="http://schemas.openxmlformats.org/officeDocument/2006/relationships/tableStyles" Target="/ppt/tableStyles.xml" Id="Raff2287878c14e77" /><Relationship Type="http://schemas.openxmlformats.org/officeDocument/2006/relationships/font" Target="/ppt/fonts/font.dat" Id="Rdfe4afcd94bb42f2" /><Relationship Type="http://schemas.openxmlformats.org/officeDocument/2006/relationships/font" Target="/ppt/fonts/font2.dat" Id="Rcdcd6c8bd7664a48" /><Relationship Type="http://schemas.openxmlformats.org/officeDocument/2006/relationships/font" Target="/ppt/fonts/font3.dat" Id="R9c26208b300f4363" /><Relationship Type="http://schemas.openxmlformats.org/officeDocument/2006/relationships/font" Target="/ppt/fonts/font4.dat" Id="Rdd7366a8d1734da4" /><Relationship Type="http://schemas.openxmlformats.org/officeDocument/2006/relationships/slide" Target="/ppt/slides/slide1.xml" Id="R07bb86d31a544b38" /><Relationship Type="http://schemas.openxmlformats.org/officeDocument/2006/relationships/slide" Target="/ppt/slides/slide2.xml" Id="Rf1c0a68b07b34235" /><Relationship Type="http://schemas.openxmlformats.org/officeDocument/2006/relationships/slide" Target="/ppt/slides/slide3.xml" Id="R56f6d31b13844236" /><Relationship Type="http://schemas.openxmlformats.org/officeDocument/2006/relationships/slide" Target="/ppt/slides/slide4.xml" Id="R0c5f2d9928eb4ab0" /><Relationship Type="http://schemas.openxmlformats.org/officeDocument/2006/relationships/slide" Target="/ppt/slides/slide5.xml" Id="R1eba5ce1f78846d9" /><Relationship Type="http://schemas.openxmlformats.org/officeDocument/2006/relationships/slide" Target="/ppt/slides/slide6.xml" Id="R33d9445c8be447c8" /><Relationship Type="http://schemas.openxmlformats.org/officeDocument/2006/relationships/slide" Target="/ppt/slides/slide7.xml" Id="Raa32e767d1d0484b" /><Relationship Type="http://schemas.openxmlformats.org/officeDocument/2006/relationships/slide" Target="/ppt/slides/slide8.xml" Id="R61eac96736754226" /><Relationship Type="http://schemas.openxmlformats.org/officeDocument/2006/relationships/slide" Target="/ppt/slides/slide9.xml" Id="R8d77691cc73e4eff" /><Relationship Type="http://schemas.openxmlformats.org/officeDocument/2006/relationships/slide" Target="/ppt/slides/slide10.xml" Id="R49d679c269604391" /><Relationship Type="http://schemas.openxmlformats.org/officeDocument/2006/relationships/slide" Target="/ppt/slides/slide11.xml" Id="R9d650325728b497a" /><Relationship Type="http://schemas.openxmlformats.org/officeDocument/2006/relationships/slide" Target="/ppt/slides/slide12.xml" Id="R5e95784ffcc2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219e60bd8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83f9a49184423" /><Relationship Type="http://schemas.openxmlformats.org/officeDocument/2006/relationships/notesMaster" Target="/ppt/notesMasters/notesMaster1.xml" Id="Ra94407e5fc8f44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7a30732c0e4d5e" /><Relationship Type="http://schemas.openxmlformats.org/officeDocument/2006/relationships/notesMaster" Target="/ppt/notesMasters/notesMaster1.xml" Id="R3f7275acb2bd47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9124f8acea4c8d" /><Relationship Type="http://schemas.openxmlformats.org/officeDocument/2006/relationships/notesMaster" Target="/ppt/notesMasters/notesMaster1.xml" Id="Rf67f4bc4e77642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dc980161ea486e" /><Relationship Type="http://schemas.openxmlformats.org/officeDocument/2006/relationships/notesMaster" Target="/ppt/notesMasters/notesMaster1.xml" Id="Re87575a5f3d2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2fda2a99a4218" /><Relationship Type="http://schemas.openxmlformats.org/officeDocument/2006/relationships/notesMaster" Target="/ppt/notesMasters/notesMaster1.xml" Id="Rc53ebaf6a6b8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9d1171cf14377" /><Relationship Type="http://schemas.openxmlformats.org/officeDocument/2006/relationships/notesMaster" Target="/ppt/notesMasters/notesMaster1.xml" Id="R0ce37b37282f43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e1d7cdfad04656" /><Relationship Type="http://schemas.openxmlformats.org/officeDocument/2006/relationships/notesMaster" Target="/ppt/notesMasters/notesMaster1.xml" Id="R955376556bed40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67a485b6ff44ae" /><Relationship Type="http://schemas.openxmlformats.org/officeDocument/2006/relationships/notesMaster" Target="/ppt/notesMasters/notesMaster1.xml" Id="Rca63d1969a8044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b18053aeba46e4" /><Relationship Type="http://schemas.openxmlformats.org/officeDocument/2006/relationships/notesMaster" Target="/ppt/notesMasters/notesMaster1.xml" Id="R80c15cefc3824a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356bbaa0fb4d72" /><Relationship Type="http://schemas.openxmlformats.org/officeDocument/2006/relationships/notesMaster" Target="/ppt/notesMasters/notesMaster1.xml" Id="R64116a6924fe41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d3208771664ec3" /><Relationship Type="http://schemas.openxmlformats.org/officeDocument/2006/relationships/notesMaster" Target="/ppt/notesMasters/notesMaster1.xml" Id="Rdc698653df804d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69959a06a8415f" /><Relationship Type="http://schemas.openxmlformats.org/officeDocument/2006/relationships/notesMaster" Target="/ppt/notesMasters/notesMaster1.xml" Id="R8bd9fbd03095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63715c3114053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5970afd14b49c8" /><Relationship Type="http://schemas.openxmlformats.org/officeDocument/2006/relationships/slideLayout" Target="/ppt/slideLayouts/slideLayout1.xml" Id="Rb8e956bf7e324e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e956bf7e324ef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fa5450131436c" /><Relationship Type="http://schemas.openxmlformats.org/officeDocument/2006/relationships/image" Target="/ppt/media/image.png" Id="Rbf313573176a4b05" /><Relationship Type="http://schemas.openxmlformats.org/officeDocument/2006/relationships/notesSlide" Target="/ppt/notesSlides/notesSlide1.xml" Id="Rf91ae2d5168a41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f77cc1826488e" /><Relationship Type="http://schemas.openxmlformats.org/officeDocument/2006/relationships/image" Target="/ppt/media/image2.png" Id="R0568b5bf9ffc4967" /><Relationship Type="http://schemas.openxmlformats.org/officeDocument/2006/relationships/notesSlide" Target="/ppt/notesSlides/notesSlide2.xml" Id="R078f259894ef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de2600634f10" /><Relationship Type="http://schemas.openxmlformats.org/officeDocument/2006/relationships/image" Target="/ppt/media/image2.png" Id="R9626cfaa1b4047db" /><Relationship Type="http://schemas.openxmlformats.org/officeDocument/2006/relationships/notesSlide" Target="/ppt/notesSlides/notesSlide3.xml" Id="R291bd25183f844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e1af8089743f4" /><Relationship Type="http://schemas.openxmlformats.org/officeDocument/2006/relationships/image" Target="/ppt/media/image2.png" Id="R7d71a5a36f534476" /><Relationship Type="http://schemas.openxmlformats.org/officeDocument/2006/relationships/notesSlide" Target="/ppt/notesSlides/notesSlide4.xml" Id="R28f14bcc03ed46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c8e6f858e4d49" /><Relationship Type="http://schemas.openxmlformats.org/officeDocument/2006/relationships/image" Target="/ppt/media/image2.png" Id="R440822cab02744b5" /><Relationship Type="http://schemas.openxmlformats.org/officeDocument/2006/relationships/notesSlide" Target="/ppt/notesSlides/notesSlide5.xml" Id="Rfdc13ed793ec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a1acf013f4c03" /><Relationship Type="http://schemas.openxmlformats.org/officeDocument/2006/relationships/image" Target="/ppt/media/image2.png" Id="R9654ff93727d4c27" /><Relationship Type="http://schemas.openxmlformats.org/officeDocument/2006/relationships/notesSlide" Target="/ppt/notesSlides/notesSlide6.xml" Id="Rb61ec1256c9549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90716393a4127" /><Relationship Type="http://schemas.openxmlformats.org/officeDocument/2006/relationships/image" Target="/ppt/media/image2.png" Id="R071acd9b5c854435" /><Relationship Type="http://schemas.openxmlformats.org/officeDocument/2006/relationships/notesSlide" Target="/ppt/notesSlides/notesSlide7.xml" Id="R633adf75d3604a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c8cb612ea4279" /><Relationship Type="http://schemas.openxmlformats.org/officeDocument/2006/relationships/image" Target="/ppt/media/image2.png" Id="Rf391e70eb5614d29" /><Relationship Type="http://schemas.openxmlformats.org/officeDocument/2006/relationships/notesSlide" Target="/ppt/notesSlides/notesSlide8.xml" Id="Rcc1a160df94a47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89cd90bfe41ea" /><Relationship Type="http://schemas.openxmlformats.org/officeDocument/2006/relationships/image" Target="/ppt/media/image2.png" Id="R7e85acb51b384e02" /><Relationship Type="http://schemas.openxmlformats.org/officeDocument/2006/relationships/notesSlide" Target="/ppt/notesSlides/notesSlide9.xml" Id="R3686d1a799d64e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e5a58110945e0" /><Relationship Type="http://schemas.openxmlformats.org/officeDocument/2006/relationships/image" Target="/ppt/media/image2.png" Id="Ree15f89a2a5d4ed7" /><Relationship Type="http://schemas.openxmlformats.org/officeDocument/2006/relationships/notesSlide" Target="/ppt/notesSlides/notesSlide10.xml" Id="Rc32f5bec78ee44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f06e49fe1440d" /><Relationship Type="http://schemas.openxmlformats.org/officeDocument/2006/relationships/image" Target="/ppt/media/image2.png" Id="R09cc5d1974ac4bca" /><Relationship Type="http://schemas.openxmlformats.org/officeDocument/2006/relationships/notesSlide" Target="/ppt/notesSlides/notesSlide11.xml" Id="R6066321a7b5141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e48cd18414b80" /><Relationship Type="http://schemas.openxmlformats.org/officeDocument/2006/relationships/image" Target="/ppt/media/image2.png" Id="R62e62b15205a4773" /><Relationship Type="http://schemas.openxmlformats.org/officeDocument/2006/relationships/image" Target="/ppt/media/image3.png" Id="R39be06a4e1ee41bd" /><Relationship Type="http://schemas.openxmlformats.org/officeDocument/2006/relationships/hyperlink" Target="https://slidesai.io/?utm_source=export&amp;utm_medium=pptx" TargetMode="External" Id="Ree235659f42a4609" /><Relationship Type="http://schemas.openxmlformats.org/officeDocument/2006/relationships/notesSlide" Target="/ppt/notesSlides/notesSlide12.xml" Id="Rf72eeda45e12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53F2A468-E3B6-4C27-9BB8-A0FD3840A759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Leadership &amp; Governance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Training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the leadership &amp; governance roles at Q.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AE661218-5F27-46AE-A1A2-E995504CD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313573176a4b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ADCE5BE8-85BE-4F6F-B7A3-A46C1BB48B66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 group purpose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Set direction, accountabilities and safeguards so Q can serve its community reliably and responsibly.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Turn Q’s mission into clear priorities, resourcing, oversight and timely decisions.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Roles in this group: Founder or Director, Operations Lead, Privacy or Data Protection Lead, Safeguarding Lead.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3588C92A-8B9F-4029-B9AD-B4B09A499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68b5bf9ffc49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EA6B4687-E33E-4A2D-A891-84306D0B4F5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Apply trust, privacy and wellbeing to everyday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people at their own pace.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centre.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ED22DB6-56E6-41F6-8565-9D31E3AA0B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26cfaa1b4047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8E274924-D086-4172-AB43-EE5A5BD86B9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Responsibilities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Know what the group owns, what needs review and what must be escalated.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Set priorities, ownership and decision routes.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Review service, risk and delivery information.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Maintain clear governance and escalation paths.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8A8804D7-4E22-4416-BC97-AAA408911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71a5a36f5344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E11D46F5-76B6-4320-9427-41E11A2219C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Planning and priorities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impact, evidence and agreed criteria to decide what comes first.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Balance user wellbeing, service reliability and organisational capacity.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agreed impact and risk criteria.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Revisit decisions when evidence or risk changes.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76B8A372-6803-41B4-A40D-334A3FFD0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0822cab02744b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2AFC7FE7-BB8B-42DD-9B28-6149DC8F5740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 for the people Q serves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Make decisions with inclusion, accessibility and user trust in view.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Consider how decisions affect LGBTQ+ users and allies.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accessibility and inclusion impacts.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proportionate safeguards and clear accountability.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F560EF41-0F4D-4196-8CF2-3353D44683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54ff93727d4c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5119DA1D-8D8B-48C0-A80E-6F84B4F7F9C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Privacy and information handling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only the information needed for an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aggregated or minimum necessary information for oversight.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Limit access to personal and sensitive information.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Route privacy requests and incidents to the designated owner.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60EDD98A-4145-4E35-B53C-5B1BA6DD0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1acd9b5c8544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6F836057-11FD-482A-86BE-9C2CBB78EED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Security and safe systems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Protect accounts, assets, content and work records.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Review access and accountability controls.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approved channels for sensitive decisions.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Escalate suspected compromise promptly.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3F1273D8-5943-4EC7-89CD-8F420971D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91e70eb5614d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9AB554A7-9C7C-4E02-8D2F-07C2B7E150F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Tools, workflows and records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approved tools and leave work traceable for colleagues.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Define owner, decision, due point and evidence.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governance records accurate and retrievable.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Review agreed actions until they are closed.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D1227BC7-6034-44F7-9A72-D8616CC24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85acb51b384e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B8A7E53D-D8B9-444B-BCD4-B67E1C67D1A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Collaboration and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Coordinate work clearly across teams and with the people affected.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Work with product, technology, support, community and data leads.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decisions with affected teams.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the rationale and next steps clear.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64956C38-2F95-4AE9-B4A4-6DF13B484B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15f89a2a5d4e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97A4B232-F842-4A5E-93D9-D4B9FCD822F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Risk, escalation and incidents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Recognise when normal work must pause for review or escalation.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Unclear ownership, unmanaged conflicts, privacy exposure, safeguarding concerns and unresolved service risks.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CC53F5A5-B699-4A55-B6D9-0AE9DDEAE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cc5d1974ac4b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46E1C9D0-3994-42F0-AB59-2260052C52C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Practice, assessment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Demonstrate careful, accurate work before taking on independent responsibilities.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Decisions have an accountable owner.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Risks and trade-offs are documented.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Actions have a clear follow-up route.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Leadership &amp; Governance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B443F6EC-0ECE-4990-AA7E-C4A15C930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e62b15205a47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16E7B670-1279-4D45-9F32-51E0E23A0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be06a4e1ee41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ee235659f42a4609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2026-10-19T19:42:17.1670000Z</dcterms:created>
  <dcterms:modified xsi:type="dcterms:W3CDTF">2026-10-19T19:42:17.1670000Z</dcterms:modified>
</coreProperties>
</file>